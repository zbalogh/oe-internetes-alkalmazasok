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6" r:id="rId1"/>
  </p:sldMasterIdLst>
  <p:notesMasterIdLst>
    <p:notesMasterId r:id="rId13"/>
  </p:notesMasterIdLst>
  <p:sldIdLst>
    <p:sldId id="256" r:id="rId2"/>
    <p:sldId id="259" r:id="rId3"/>
    <p:sldId id="275" r:id="rId4"/>
    <p:sldId id="276" r:id="rId5"/>
    <p:sldId id="277" r:id="rId6"/>
    <p:sldId id="278" r:id="rId7"/>
    <p:sldId id="279" r:id="rId8"/>
    <p:sldId id="280" r:id="rId9"/>
    <p:sldId id="281" r:id="rId10"/>
    <p:sldId id="282" r:id="rId11"/>
    <p:sldId id="274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75182" autoAdjust="0"/>
  </p:normalViewPr>
  <p:slideViewPr>
    <p:cSldViewPr snapToGrid="0">
      <p:cViewPr varScale="1">
        <p:scale>
          <a:sx n="95" d="100"/>
          <a:sy n="95" d="100"/>
        </p:scale>
        <p:origin x="108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482E4E-5CEC-44A9-BF2B-512FB3B5604F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D23EBC-67FA-4278-B97C-82D0A52FD2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00962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Ebben a </a:t>
            </a:r>
            <a:r>
              <a:rPr lang="hu-HU" dirty="0"/>
              <a:t>prezentációban</a:t>
            </a:r>
            <a:r>
              <a:rPr lang="en-US" dirty="0"/>
              <a:t> </a:t>
            </a:r>
            <a:r>
              <a:rPr lang="en-US" dirty="0" err="1"/>
              <a:t>azt</a:t>
            </a:r>
            <a:r>
              <a:rPr lang="en-US" dirty="0"/>
              <a:t> </a:t>
            </a:r>
            <a:r>
              <a:rPr lang="en-US" dirty="0" err="1"/>
              <a:t>nézzük</a:t>
            </a:r>
            <a:r>
              <a:rPr lang="en-US" dirty="0"/>
              <a:t> meg, </a:t>
            </a:r>
            <a:r>
              <a:rPr lang="en-US" dirty="0" err="1"/>
              <a:t>hogyan</a:t>
            </a:r>
            <a:r>
              <a:rPr lang="en-US" dirty="0"/>
              <a:t> </a:t>
            </a:r>
            <a:r>
              <a:rPr lang="en-US" dirty="0" err="1"/>
              <a:t>kommunikál</a:t>
            </a:r>
            <a:r>
              <a:rPr lang="en-US" dirty="0"/>
              <a:t> </a:t>
            </a:r>
            <a:r>
              <a:rPr lang="en-US" dirty="0" err="1"/>
              <a:t>egy</a:t>
            </a:r>
            <a:r>
              <a:rPr lang="en-US" dirty="0"/>
              <a:t> Angular </a:t>
            </a:r>
            <a:r>
              <a:rPr lang="en-US" dirty="0" err="1"/>
              <a:t>alkalmazás</a:t>
            </a:r>
            <a:r>
              <a:rPr lang="en-US" dirty="0"/>
              <a:t> a </a:t>
            </a:r>
            <a:r>
              <a:rPr lang="en-US" dirty="0" err="1"/>
              <a:t>backenddel</a:t>
            </a:r>
            <a:r>
              <a:rPr lang="en-US" dirty="0"/>
              <a:t>. Nem </a:t>
            </a:r>
            <a:r>
              <a:rPr lang="en-US" dirty="0" err="1"/>
              <a:t>csak</a:t>
            </a:r>
            <a:r>
              <a:rPr lang="en-US" dirty="0"/>
              <a:t> </a:t>
            </a:r>
            <a:r>
              <a:rPr lang="en-US" dirty="0" err="1"/>
              <a:t>azt</a:t>
            </a:r>
            <a:r>
              <a:rPr lang="en-US" dirty="0"/>
              <a:t>, </a:t>
            </a:r>
            <a:r>
              <a:rPr lang="en-US" dirty="0" err="1"/>
              <a:t>hogy</a:t>
            </a:r>
            <a:r>
              <a:rPr lang="en-US" dirty="0"/>
              <a:t> </a:t>
            </a:r>
            <a:r>
              <a:rPr lang="en-US" i="1" dirty="0" err="1"/>
              <a:t>hogyan</a:t>
            </a:r>
            <a:r>
              <a:rPr lang="en-US" i="1" dirty="0"/>
              <a:t> </a:t>
            </a:r>
            <a:r>
              <a:rPr lang="en-US" i="1" dirty="0" err="1"/>
              <a:t>küldünk</a:t>
            </a:r>
            <a:r>
              <a:rPr lang="en-US" i="1" dirty="0"/>
              <a:t> </a:t>
            </a:r>
            <a:r>
              <a:rPr lang="en-US" i="1" dirty="0" err="1"/>
              <a:t>egy</a:t>
            </a:r>
            <a:r>
              <a:rPr lang="en-US" i="1" dirty="0"/>
              <a:t> HTTP </a:t>
            </a:r>
            <a:r>
              <a:rPr lang="en-US" i="1" dirty="0" err="1"/>
              <a:t>kérést</a:t>
            </a:r>
            <a:r>
              <a:rPr lang="en-US" dirty="0"/>
              <a:t>, </a:t>
            </a:r>
            <a:r>
              <a:rPr lang="en-US" dirty="0" err="1"/>
              <a:t>hanem</a:t>
            </a:r>
            <a:r>
              <a:rPr lang="en-US" dirty="0"/>
              <a:t> </a:t>
            </a:r>
            <a:r>
              <a:rPr lang="en-US" dirty="0" err="1"/>
              <a:t>azt</a:t>
            </a:r>
            <a:r>
              <a:rPr lang="en-US" dirty="0"/>
              <a:t> is, </a:t>
            </a:r>
            <a:r>
              <a:rPr lang="en-US" b="1" dirty="0" err="1"/>
              <a:t>hol</a:t>
            </a:r>
            <a:r>
              <a:rPr lang="en-US" b="1" dirty="0"/>
              <a:t> a </a:t>
            </a:r>
            <a:r>
              <a:rPr lang="en-US" b="1" dirty="0" err="1"/>
              <a:t>helye</a:t>
            </a:r>
            <a:r>
              <a:rPr lang="en-US" b="1" dirty="0"/>
              <a:t> </a:t>
            </a:r>
            <a:r>
              <a:rPr lang="en-US" b="1" dirty="0" err="1"/>
              <a:t>ennek</a:t>
            </a:r>
            <a:r>
              <a:rPr lang="en-US" b="1" dirty="0"/>
              <a:t> </a:t>
            </a:r>
            <a:r>
              <a:rPr lang="en-US" b="1" dirty="0" err="1"/>
              <a:t>az</a:t>
            </a:r>
            <a:r>
              <a:rPr lang="en-US" b="1" dirty="0"/>
              <a:t> </a:t>
            </a:r>
            <a:r>
              <a:rPr lang="en-US" b="1" dirty="0" err="1"/>
              <a:t>architektúrában</a:t>
            </a:r>
            <a:r>
              <a:rPr lang="en-US" dirty="0"/>
              <a:t>, és </a:t>
            </a:r>
            <a:r>
              <a:rPr lang="en-US" b="1" dirty="0"/>
              <a:t>mi </a:t>
            </a:r>
            <a:r>
              <a:rPr lang="en-US" b="1" dirty="0" err="1"/>
              <a:t>történik</a:t>
            </a:r>
            <a:r>
              <a:rPr lang="en-US" b="1" dirty="0"/>
              <a:t> a </a:t>
            </a:r>
            <a:r>
              <a:rPr lang="en-US" b="1" dirty="0" err="1"/>
              <a:t>háttérben</a:t>
            </a:r>
            <a:r>
              <a:rPr lang="en-US" dirty="0"/>
              <a:t>, </a:t>
            </a:r>
            <a:r>
              <a:rPr lang="en-US" dirty="0" err="1"/>
              <a:t>amikor</a:t>
            </a:r>
            <a:r>
              <a:rPr lang="en-US" dirty="0"/>
              <a:t> </a:t>
            </a:r>
            <a:r>
              <a:rPr lang="en-US" dirty="0" err="1"/>
              <a:t>adat</a:t>
            </a:r>
            <a:r>
              <a:rPr lang="en-US" dirty="0"/>
              <a:t> </a:t>
            </a:r>
            <a:r>
              <a:rPr lang="en-US" dirty="0" err="1"/>
              <a:t>érkezik</a:t>
            </a:r>
            <a:r>
              <a:rPr lang="en-US" dirty="0"/>
              <a:t> </a:t>
            </a:r>
            <a:r>
              <a:rPr lang="en-US" dirty="0" err="1"/>
              <a:t>vagy</a:t>
            </a:r>
            <a:r>
              <a:rPr lang="en-US" dirty="0"/>
              <a:t> </a:t>
            </a:r>
            <a:r>
              <a:rPr lang="en-US" dirty="0" err="1"/>
              <a:t>hiba</a:t>
            </a:r>
            <a:r>
              <a:rPr lang="en-US" dirty="0"/>
              <a:t> </a:t>
            </a:r>
            <a:r>
              <a:rPr lang="en-US" dirty="0" err="1"/>
              <a:t>történik</a:t>
            </a:r>
            <a:r>
              <a:rPr lang="en-US" dirty="0"/>
              <a:t>.</a:t>
            </a:r>
            <a:endParaRPr lang="hu-HU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23EBC-67FA-4278-B97C-82D0A52FD2D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58383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Egy </a:t>
            </a:r>
            <a:r>
              <a:rPr lang="hu-HU" dirty="0" err="1"/>
              <a:t>Angular</a:t>
            </a:r>
            <a:r>
              <a:rPr lang="hu-HU" dirty="0"/>
              <a:t> alkalmazás tipikusan </a:t>
            </a:r>
            <a:r>
              <a:rPr lang="hu-HU" b="1" dirty="0"/>
              <a:t>nem önmagában működik</a:t>
            </a:r>
            <a:r>
              <a:rPr lang="hu-HU" dirty="0"/>
              <a:t>. A legtöbb valós alkalmazás valamilyen backend rendszerhez kapcsolódik: REST API-hoz, </a:t>
            </a:r>
            <a:r>
              <a:rPr lang="hu-HU" dirty="0" err="1"/>
              <a:t>microservice-hez</a:t>
            </a:r>
            <a:r>
              <a:rPr lang="hu-HU" dirty="0"/>
              <a:t>, adatbázist kiszolgáló szerverhez vagy akár több backendhez egyszerre.</a:t>
            </a:r>
          </a:p>
          <a:p>
            <a:endParaRPr lang="hu-HU" dirty="0"/>
          </a:p>
          <a:p>
            <a:r>
              <a:rPr lang="en-US" dirty="0"/>
              <a:t>Minden Angular </a:t>
            </a:r>
            <a:r>
              <a:rPr lang="en-US" dirty="0" err="1"/>
              <a:t>alkalmazás</a:t>
            </a:r>
            <a:r>
              <a:rPr lang="en-US" dirty="0"/>
              <a:t> </a:t>
            </a:r>
            <a:r>
              <a:rPr lang="en-US" b="1" dirty="0"/>
              <a:t>a </a:t>
            </a:r>
            <a:r>
              <a:rPr lang="en-US" b="1" dirty="0" err="1"/>
              <a:t>böngészőben</a:t>
            </a:r>
            <a:r>
              <a:rPr lang="en-US" b="1" dirty="0"/>
              <a:t> fut</a:t>
            </a:r>
            <a:r>
              <a:rPr lang="en-US" dirty="0"/>
              <a:t>. </a:t>
            </a:r>
            <a:r>
              <a:rPr lang="en-US" dirty="0" err="1"/>
              <a:t>Amikor</a:t>
            </a:r>
            <a:r>
              <a:rPr lang="en-US" dirty="0"/>
              <a:t> a </a:t>
            </a:r>
            <a:r>
              <a:rPr lang="en-US" dirty="0" err="1"/>
              <a:t>felhasználó</a:t>
            </a:r>
            <a:r>
              <a:rPr lang="en-US" dirty="0"/>
              <a:t> </a:t>
            </a:r>
            <a:r>
              <a:rPr lang="en-US" dirty="0" err="1"/>
              <a:t>betölt</a:t>
            </a:r>
            <a:r>
              <a:rPr lang="en-US" dirty="0"/>
              <a:t> </a:t>
            </a:r>
            <a:r>
              <a:rPr lang="en-US" dirty="0" err="1"/>
              <a:t>egy</a:t>
            </a:r>
            <a:r>
              <a:rPr lang="en-US" dirty="0"/>
              <a:t> </a:t>
            </a:r>
            <a:r>
              <a:rPr lang="en-US" dirty="0" err="1"/>
              <a:t>oldalt</a:t>
            </a:r>
            <a:r>
              <a:rPr lang="en-US" dirty="0"/>
              <a:t>, </a:t>
            </a:r>
            <a:r>
              <a:rPr lang="en-US" dirty="0" err="1"/>
              <a:t>rákattint</a:t>
            </a:r>
            <a:r>
              <a:rPr lang="en-US" dirty="0"/>
              <a:t> </a:t>
            </a:r>
            <a:r>
              <a:rPr lang="en-US" dirty="0" err="1"/>
              <a:t>egy</a:t>
            </a:r>
            <a:r>
              <a:rPr lang="en-US" dirty="0"/>
              <a:t> </a:t>
            </a:r>
            <a:r>
              <a:rPr lang="en-US" dirty="0" err="1"/>
              <a:t>gombra</a:t>
            </a:r>
            <a:r>
              <a:rPr lang="en-US" dirty="0"/>
              <a:t>, </a:t>
            </a:r>
            <a:r>
              <a:rPr lang="en-US" dirty="0" err="1"/>
              <a:t>vagy</a:t>
            </a:r>
            <a:r>
              <a:rPr lang="en-US" dirty="0"/>
              <a:t> </a:t>
            </a:r>
            <a:r>
              <a:rPr lang="en-US" dirty="0" err="1"/>
              <a:t>adatot</a:t>
            </a:r>
            <a:r>
              <a:rPr lang="en-US" dirty="0"/>
              <a:t> </a:t>
            </a:r>
            <a:r>
              <a:rPr lang="en-US" dirty="0" err="1"/>
              <a:t>kér</a:t>
            </a:r>
            <a:r>
              <a:rPr lang="en-US" dirty="0"/>
              <a:t> le, </a:t>
            </a:r>
            <a:r>
              <a:rPr lang="en-US" dirty="0" err="1"/>
              <a:t>akkor</a:t>
            </a:r>
            <a:r>
              <a:rPr lang="en-US" dirty="0"/>
              <a:t> a </a:t>
            </a:r>
            <a:r>
              <a:rPr lang="en-US" dirty="0" err="1"/>
              <a:t>böngészőből</a:t>
            </a:r>
            <a:r>
              <a:rPr lang="en-US" dirty="0"/>
              <a:t> </a:t>
            </a:r>
            <a:r>
              <a:rPr lang="en-US" b="1" dirty="0"/>
              <a:t>HTTP </a:t>
            </a:r>
            <a:r>
              <a:rPr lang="en-US" b="1" dirty="0" err="1"/>
              <a:t>kérés</a:t>
            </a:r>
            <a:r>
              <a:rPr lang="en-US" b="1" dirty="0"/>
              <a:t> </a:t>
            </a:r>
            <a:r>
              <a:rPr lang="en-US" b="1" dirty="0" err="1"/>
              <a:t>indul</a:t>
            </a:r>
            <a:r>
              <a:rPr lang="en-US" b="1" dirty="0"/>
              <a:t> </a:t>
            </a:r>
            <a:r>
              <a:rPr lang="en-US" b="1" dirty="0" err="1"/>
              <a:t>el</a:t>
            </a:r>
            <a:r>
              <a:rPr lang="en-US" dirty="0"/>
              <a:t> a backend </a:t>
            </a:r>
            <a:r>
              <a:rPr lang="en-US" dirty="0" err="1"/>
              <a:t>irányába</a:t>
            </a:r>
            <a:r>
              <a:rPr lang="en-US" dirty="0"/>
              <a:t>.</a:t>
            </a:r>
            <a:endParaRPr lang="hu-HU" dirty="0"/>
          </a:p>
          <a:p>
            <a:endParaRPr lang="hu-HU" dirty="0"/>
          </a:p>
          <a:p>
            <a:r>
              <a:rPr lang="hu-HU" dirty="0"/>
              <a:t>Az </a:t>
            </a:r>
            <a:r>
              <a:rPr lang="hu-HU" dirty="0" err="1"/>
              <a:t>Angular</a:t>
            </a:r>
            <a:r>
              <a:rPr lang="hu-HU" dirty="0"/>
              <a:t> nem közvetlenül a böngésző alacsony szintű API-ját használja, hanem biztosít egy magasabb szintű eszközt: ez az </a:t>
            </a:r>
            <a:r>
              <a:rPr lang="hu-HU" b="1" dirty="0" err="1"/>
              <a:t>HttpClient</a:t>
            </a:r>
            <a:r>
              <a:rPr lang="hu-HU" dirty="0"/>
              <a:t>. </a:t>
            </a:r>
            <a:r>
              <a:rPr lang="en-US" dirty="0"/>
              <a:t>A backend </a:t>
            </a:r>
            <a:r>
              <a:rPr lang="en-US" dirty="0" err="1"/>
              <a:t>oldalon</a:t>
            </a:r>
            <a:r>
              <a:rPr lang="en-US" dirty="0"/>
              <a:t> </a:t>
            </a:r>
            <a:r>
              <a:rPr lang="en-US" dirty="0" err="1"/>
              <a:t>általában</a:t>
            </a:r>
            <a:r>
              <a:rPr lang="en-US" dirty="0"/>
              <a:t> </a:t>
            </a:r>
            <a:r>
              <a:rPr lang="en-US" dirty="0" err="1"/>
              <a:t>egy</a:t>
            </a:r>
            <a:r>
              <a:rPr lang="en-US" dirty="0"/>
              <a:t> </a:t>
            </a:r>
            <a:r>
              <a:rPr lang="en-US" b="1" dirty="0"/>
              <a:t>REST API</a:t>
            </a:r>
            <a:r>
              <a:rPr lang="en-US" dirty="0"/>
              <a:t> </a:t>
            </a:r>
            <a:r>
              <a:rPr lang="en-US" dirty="0" err="1"/>
              <a:t>várja</a:t>
            </a:r>
            <a:r>
              <a:rPr lang="en-US" dirty="0"/>
              <a:t> a </a:t>
            </a:r>
            <a:r>
              <a:rPr lang="en-US" dirty="0" err="1"/>
              <a:t>kéréseket</a:t>
            </a:r>
            <a:r>
              <a:rPr lang="hu-HU" dirty="0"/>
              <a:t>.</a:t>
            </a:r>
          </a:p>
          <a:p>
            <a:endParaRPr lang="hu-HU" dirty="0"/>
          </a:p>
          <a:p>
            <a:r>
              <a:rPr lang="en-US" dirty="0"/>
              <a:t>A frontend és a backend </a:t>
            </a:r>
            <a:r>
              <a:rPr lang="en-US" dirty="0" err="1"/>
              <a:t>közötti</a:t>
            </a:r>
            <a:r>
              <a:rPr lang="en-US" dirty="0"/>
              <a:t> </a:t>
            </a:r>
            <a:r>
              <a:rPr lang="en-US" dirty="0" err="1"/>
              <a:t>kommunikáció</a:t>
            </a:r>
            <a:r>
              <a:rPr lang="en-US" dirty="0"/>
              <a:t> </a:t>
            </a:r>
            <a:r>
              <a:rPr lang="en-US" dirty="0" err="1"/>
              <a:t>leggyakrabban</a:t>
            </a:r>
            <a:r>
              <a:rPr lang="en-US" dirty="0"/>
              <a:t> </a:t>
            </a:r>
            <a:r>
              <a:rPr lang="en-US" b="1" dirty="0"/>
              <a:t>JSON </a:t>
            </a:r>
            <a:r>
              <a:rPr lang="en-US" b="1" dirty="0" err="1"/>
              <a:t>formátumban</a:t>
            </a:r>
            <a:r>
              <a:rPr lang="en-US" b="1" dirty="0"/>
              <a:t> </a:t>
            </a:r>
            <a:r>
              <a:rPr lang="en-US" b="1" dirty="0" err="1"/>
              <a:t>történik</a:t>
            </a:r>
            <a:r>
              <a:rPr lang="en-US" dirty="0"/>
              <a:t>.</a:t>
            </a:r>
            <a:endParaRPr lang="hu-HU" dirty="0"/>
          </a:p>
          <a:p>
            <a:endParaRPr lang="hu-HU" dirty="0"/>
          </a:p>
          <a:p>
            <a:r>
              <a:rPr lang="en-US" dirty="0"/>
              <a:t>Fontos </a:t>
            </a:r>
            <a:r>
              <a:rPr lang="en-US" dirty="0" err="1"/>
              <a:t>megérteni</a:t>
            </a:r>
            <a:r>
              <a:rPr lang="en-US" dirty="0"/>
              <a:t>:</a:t>
            </a:r>
            <a:br>
              <a:rPr lang="en-US" dirty="0"/>
            </a:br>
            <a:r>
              <a:rPr lang="en-US" dirty="0"/>
              <a:t>➡️ a frontend </a:t>
            </a:r>
            <a:r>
              <a:rPr lang="en-US" b="1" dirty="0" err="1"/>
              <a:t>nem</a:t>
            </a:r>
            <a:r>
              <a:rPr lang="en-US" b="1" dirty="0"/>
              <a:t> </a:t>
            </a:r>
            <a:r>
              <a:rPr lang="en-US" b="1" dirty="0" err="1"/>
              <a:t>várja</a:t>
            </a:r>
            <a:r>
              <a:rPr lang="en-US" b="1" dirty="0"/>
              <a:t> meg </a:t>
            </a:r>
            <a:r>
              <a:rPr lang="en-US" b="1" dirty="0" err="1"/>
              <a:t>blokkolva</a:t>
            </a:r>
            <a:r>
              <a:rPr lang="en-US" dirty="0"/>
              <a:t> a </a:t>
            </a:r>
            <a:r>
              <a:rPr lang="en-US" dirty="0" err="1"/>
              <a:t>választ</a:t>
            </a:r>
            <a:br>
              <a:rPr lang="en-US" dirty="0"/>
            </a:br>
            <a:r>
              <a:rPr lang="en-US" dirty="0"/>
              <a:t>➡️ </a:t>
            </a:r>
            <a:r>
              <a:rPr lang="en-US" dirty="0" err="1"/>
              <a:t>minden</a:t>
            </a:r>
            <a:r>
              <a:rPr lang="en-US" dirty="0"/>
              <a:t> HTTP </a:t>
            </a:r>
            <a:r>
              <a:rPr lang="en-US" dirty="0" err="1"/>
              <a:t>kérés</a:t>
            </a:r>
            <a:r>
              <a:rPr lang="en-US" dirty="0"/>
              <a:t> </a:t>
            </a:r>
            <a:r>
              <a:rPr lang="en-US" b="1" dirty="0" err="1"/>
              <a:t>aszinkron</a:t>
            </a:r>
            <a:br>
              <a:rPr lang="en-US" dirty="0"/>
            </a:br>
            <a:r>
              <a:rPr lang="en-US" dirty="0"/>
              <a:t>➡️ </a:t>
            </a:r>
            <a:r>
              <a:rPr lang="en-US" dirty="0" err="1"/>
              <a:t>az</a:t>
            </a:r>
            <a:r>
              <a:rPr lang="en-US" dirty="0"/>
              <a:t> </a:t>
            </a:r>
            <a:r>
              <a:rPr lang="en-US" dirty="0" err="1"/>
              <a:t>adat</a:t>
            </a:r>
            <a:r>
              <a:rPr lang="en-US" dirty="0"/>
              <a:t> </a:t>
            </a:r>
            <a:r>
              <a:rPr lang="en-US" dirty="0" err="1"/>
              <a:t>később</a:t>
            </a:r>
            <a:r>
              <a:rPr lang="en-US" dirty="0"/>
              <a:t> </a:t>
            </a:r>
            <a:r>
              <a:rPr lang="en-US" dirty="0" err="1"/>
              <a:t>érkezik</a:t>
            </a:r>
            <a:r>
              <a:rPr lang="en-US" dirty="0"/>
              <a:t> meg</a:t>
            </a:r>
            <a:endParaRPr lang="hu-HU" dirty="0"/>
          </a:p>
          <a:p>
            <a:endParaRPr lang="hu-HU" dirty="0"/>
          </a:p>
          <a:p>
            <a:r>
              <a:rPr lang="en-US" dirty="0" err="1"/>
              <a:t>Angularban</a:t>
            </a:r>
            <a:r>
              <a:rPr lang="en-US" dirty="0"/>
              <a:t> </a:t>
            </a:r>
            <a:r>
              <a:rPr lang="en-US" dirty="0" err="1"/>
              <a:t>ezt</a:t>
            </a:r>
            <a:r>
              <a:rPr lang="en-US" dirty="0"/>
              <a:t> Observable-</a:t>
            </a:r>
            <a:r>
              <a:rPr lang="en-US" dirty="0" err="1"/>
              <a:t>ökkel</a:t>
            </a:r>
            <a:r>
              <a:rPr lang="en-US" dirty="0"/>
              <a:t> </a:t>
            </a:r>
            <a:r>
              <a:rPr lang="en-US" dirty="0" err="1"/>
              <a:t>kezeljük</a:t>
            </a:r>
            <a:r>
              <a:rPr lang="en-US" dirty="0"/>
              <a:t>, de a </a:t>
            </a:r>
            <a:r>
              <a:rPr lang="en-US" dirty="0" err="1"/>
              <a:t>lényeg</a:t>
            </a:r>
            <a:r>
              <a:rPr lang="en-US" dirty="0"/>
              <a:t> </a:t>
            </a:r>
            <a:r>
              <a:rPr lang="en-US" dirty="0" err="1"/>
              <a:t>az</a:t>
            </a:r>
            <a:r>
              <a:rPr lang="en-US" dirty="0"/>
              <a:t> </a:t>
            </a:r>
            <a:r>
              <a:rPr lang="en-US" dirty="0" err="1"/>
              <a:t>elv</a:t>
            </a:r>
            <a:r>
              <a:rPr lang="en-US" dirty="0"/>
              <a:t>:</a:t>
            </a:r>
            <a:r>
              <a:rPr lang="hu-HU" dirty="0"/>
              <a:t> </a:t>
            </a:r>
            <a:r>
              <a:rPr lang="en-US" b="0" dirty="0"/>
              <a:t>a frontend </a:t>
            </a:r>
            <a:r>
              <a:rPr lang="en-US" b="0" dirty="0" err="1"/>
              <a:t>reagál</a:t>
            </a:r>
            <a:r>
              <a:rPr lang="en-US" b="0" dirty="0"/>
              <a:t> </a:t>
            </a:r>
            <a:r>
              <a:rPr lang="en-US" b="0" dirty="0" err="1"/>
              <a:t>az</a:t>
            </a:r>
            <a:r>
              <a:rPr lang="en-US" b="0" dirty="0"/>
              <a:t> </a:t>
            </a:r>
            <a:r>
              <a:rPr lang="en-US" b="0" dirty="0" err="1"/>
              <a:t>adatra</a:t>
            </a:r>
            <a:r>
              <a:rPr lang="en-US" b="0" dirty="0"/>
              <a:t>, </a:t>
            </a:r>
            <a:r>
              <a:rPr lang="en-US" b="0" dirty="0" err="1"/>
              <a:t>amikor</a:t>
            </a:r>
            <a:r>
              <a:rPr lang="en-US" b="0" dirty="0"/>
              <a:t> </a:t>
            </a:r>
            <a:r>
              <a:rPr lang="en-US" b="0" dirty="0" err="1"/>
              <a:t>az</a:t>
            </a:r>
            <a:r>
              <a:rPr lang="en-US" b="0" dirty="0"/>
              <a:t> </a:t>
            </a:r>
            <a:r>
              <a:rPr lang="en-US" b="0" dirty="0" err="1"/>
              <a:t>megérkezik</a:t>
            </a:r>
            <a:r>
              <a:rPr lang="en-US" b="0" dirty="0"/>
              <a:t>.</a:t>
            </a:r>
            <a:endParaRPr lang="hu-HU" b="0" dirty="0"/>
          </a:p>
          <a:p>
            <a:endParaRPr lang="hu-HU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23EBC-67FA-4278-B97C-82D0A52FD2D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16053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Ez </a:t>
            </a:r>
            <a:r>
              <a:rPr lang="en-US" dirty="0" err="1"/>
              <a:t>az</a:t>
            </a:r>
            <a:r>
              <a:rPr lang="en-US" dirty="0"/>
              <a:t> </a:t>
            </a:r>
            <a:r>
              <a:rPr lang="en-US" dirty="0" err="1"/>
              <a:t>egyik</a:t>
            </a:r>
            <a:r>
              <a:rPr lang="en-US" dirty="0"/>
              <a:t> </a:t>
            </a:r>
            <a:r>
              <a:rPr lang="en-US" b="1" dirty="0" err="1"/>
              <a:t>legfontosabb</a:t>
            </a:r>
            <a:r>
              <a:rPr lang="en-US" b="1" dirty="0"/>
              <a:t> Angular </a:t>
            </a:r>
            <a:r>
              <a:rPr lang="en-US" b="1" dirty="0" err="1"/>
              <a:t>alapszabály</a:t>
            </a:r>
            <a:r>
              <a:rPr lang="en-US" dirty="0"/>
              <a:t>.</a:t>
            </a:r>
            <a:endParaRPr lang="hu-HU" dirty="0"/>
          </a:p>
          <a:p>
            <a:endParaRPr lang="en-US" dirty="0"/>
          </a:p>
          <a:p>
            <a:r>
              <a:rPr lang="en-US" dirty="0"/>
              <a:t>A </a:t>
            </a:r>
            <a:r>
              <a:rPr lang="en-US" dirty="0" err="1"/>
              <a:t>komponens</a:t>
            </a:r>
            <a:r>
              <a:rPr lang="en-US" dirty="0"/>
              <a:t> </a:t>
            </a:r>
            <a:r>
              <a:rPr lang="en-US" dirty="0" err="1"/>
              <a:t>dolga</a:t>
            </a:r>
            <a:r>
              <a:rPr lang="en-US" dirty="0"/>
              <a:t>:</a:t>
            </a:r>
          </a:p>
          <a:p>
            <a:r>
              <a:rPr lang="hu-HU" dirty="0"/>
              <a:t>- </a:t>
            </a:r>
            <a:r>
              <a:rPr lang="en-US" dirty="0" err="1"/>
              <a:t>megjelenítés</a:t>
            </a:r>
            <a:endParaRPr lang="en-US" dirty="0"/>
          </a:p>
          <a:p>
            <a:r>
              <a:rPr lang="hu-HU" dirty="0"/>
              <a:t>- </a:t>
            </a:r>
            <a:r>
              <a:rPr lang="en-US" dirty="0" err="1"/>
              <a:t>felhasználói</a:t>
            </a:r>
            <a:r>
              <a:rPr lang="en-US" dirty="0"/>
              <a:t> </a:t>
            </a:r>
            <a:r>
              <a:rPr lang="en-US" dirty="0" err="1"/>
              <a:t>interakció</a:t>
            </a:r>
            <a:endParaRPr lang="en-US" dirty="0"/>
          </a:p>
          <a:p>
            <a:endParaRPr lang="hu-HU" dirty="0"/>
          </a:p>
          <a:p>
            <a:r>
              <a:rPr lang="en-US" dirty="0"/>
              <a:t>A Service </a:t>
            </a:r>
            <a:r>
              <a:rPr lang="en-US" dirty="0" err="1"/>
              <a:t>dolga</a:t>
            </a:r>
            <a:r>
              <a:rPr lang="en-US" dirty="0"/>
              <a:t>:</a:t>
            </a:r>
          </a:p>
          <a:p>
            <a:r>
              <a:rPr lang="hu-HU" dirty="0"/>
              <a:t>- </a:t>
            </a:r>
            <a:r>
              <a:rPr lang="en-US" dirty="0" err="1"/>
              <a:t>adatlekérés</a:t>
            </a:r>
            <a:endParaRPr lang="en-US" dirty="0"/>
          </a:p>
          <a:p>
            <a:r>
              <a:rPr lang="hu-HU" dirty="0"/>
              <a:t>- </a:t>
            </a:r>
            <a:r>
              <a:rPr lang="en-US" dirty="0" err="1"/>
              <a:t>számítás</a:t>
            </a:r>
            <a:endParaRPr lang="en-US" dirty="0"/>
          </a:p>
          <a:p>
            <a:pPr marL="0" indent="0">
              <a:buFontTx/>
              <a:buNone/>
            </a:pPr>
            <a:r>
              <a:rPr lang="hu-HU" dirty="0"/>
              <a:t>- </a:t>
            </a:r>
            <a:r>
              <a:rPr lang="en-US" dirty="0"/>
              <a:t>API </a:t>
            </a:r>
            <a:r>
              <a:rPr lang="en-US" dirty="0" err="1"/>
              <a:t>kommunikáció</a:t>
            </a:r>
            <a:endParaRPr lang="hu-HU" dirty="0"/>
          </a:p>
          <a:p>
            <a:pPr marL="0" indent="0">
              <a:buFontTx/>
              <a:buNone/>
            </a:pPr>
            <a:endParaRPr lang="hu-HU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hu-HU" dirty="0"/>
              <a:t>A felelősségek szétválnak: komponens = UI logika, Service = adat és üzleti logika. </a:t>
            </a:r>
            <a:r>
              <a:rPr lang="en-US" dirty="0"/>
              <a:t>Ha </a:t>
            </a:r>
            <a:r>
              <a:rPr lang="en-US" dirty="0" err="1"/>
              <a:t>mindent</a:t>
            </a:r>
            <a:r>
              <a:rPr lang="en-US" dirty="0"/>
              <a:t> a </a:t>
            </a:r>
            <a:r>
              <a:rPr lang="en-US" dirty="0" err="1"/>
              <a:t>komponensbe</a:t>
            </a:r>
            <a:r>
              <a:rPr lang="en-US" dirty="0"/>
              <a:t> </a:t>
            </a:r>
            <a:r>
              <a:rPr lang="en-US" dirty="0" err="1"/>
              <a:t>teszünk</a:t>
            </a:r>
            <a:r>
              <a:rPr lang="en-US" dirty="0"/>
              <a:t>, </a:t>
            </a:r>
            <a:r>
              <a:rPr lang="en-US" dirty="0" err="1"/>
              <a:t>akkor</a:t>
            </a:r>
            <a:r>
              <a:rPr lang="hu-HU" dirty="0"/>
              <a:t> </a:t>
            </a:r>
            <a:r>
              <a:rPr lang="en-US" dirty="0" err="1"/>
              <a:t>nehéz</a:t>
            </a:r>
            <a:r>
              <a:rPr lang="en-US" dirty="0"/>
              <a:t> </a:t>
            </a:r>
            <a:r>
              <a:rPr lang="en-US" dirty="0" err="1"/>
              <a:t>tesztelni</a:t>
            </a:r>
            <a:r>
              <a:rPr lang="hu-HU" dirty="0"/>
              <a:t>, </a:t>
            </a:r>
            <a:r>
              <a:rPr lang="en-US" dirty="0" err="1"/>
              <a:t>nehéz</a:t>
            </a:r>
            <a:r>
              <a:rPr lang="en-US" dirty="0"/>
              <a:t> </a:t>
            </a:r>
            <a:r>
              <a:rPr lang="en-US" dirty="0" err="1"/>
              <a:t>újrahasznosítani</a:t>
            </a:r>
            <a:r>
              <a:rPr lang="hu-HU" dirty="0"/>
              <a:t>, és </a:t>
            </a:r>
            <a:r>
              <a:rPr lang="en-US" dirty="0" err="1"/>
              <a:t>gyorsan</a:t>
            </a:r>
            <a:r>
              <a:rPr lang="en-US" dirty="0"/>
              <a:t> </a:t>
            </a:r>
            <a:r>
              <a:rPr lang="hu-HU" dirty="0"/>
              <a:t>„</a:t>
            </a:r>
            <a:r>
              <a:rPr lang="en-US" dirty="0" err="1"/>
              <a:t>káosz</a:t>
            </a:r>
            <a:r>
              <a:rPr lang="hu-HU" dirty="0"/>
              <a:t>”</a:t>
            </a:r>
            <a:r>
              <a:rPr lang="en-US" dirty="0"/>
              <a:t> </a:t>
            </a:r>
            <a:r>
              <a:rPr lang="en-US" dirty="0" err="1"/>
              <a:t>lesz</a:t>
            </a:r>
            <a:r>
              <a:rPr lang="hu-HU" dirty="0"/>
              <a:t>.</a:t>
            </a:r>
            <a:endParaRPr lang="en-US" dirty="0"/>
          </a:p>
          <a:p>
            <a:endParaRPr lang="hu-H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23EBC-67FA-4278-B97C-82D0A52FD2D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40978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service-ek </a:t>
            </a:r>
            <a:r>
              <a:rPr lang="en-US" dirty="0" err="1"/>
              <a:t>gyakran</a:t>
            </a:r>
            <a:r>
              <a:rPr lang="en-US" dirty="0"/>
              <a:t> a </a:t>
            </a:r>
            <a:r>
              <a:rPr lang="en-US" dirty="0" err="1"/>
              <a:t>backendhez</a:t>
            </a:r>
            <a:r>
              <a:rPr lang="en-US" dirty="0"/>
              <a:t> </a:t>
            </a:r>
            <a:r>
              <a:rPr lang="en-US" dirty="0" err="1"/>
              <a:t>kapcsolódnak</a:t>
            </a:r>
            <a:r>
              <a:rPr lang="en-US" dirty="0"/>
              <a:t>, és </a:t>
            </a:r>
            <a:r>
              <a:rPr lang="en-US" dirty="0" err="1"/>
              <a:t>ehhez</a:t>
            </a:r>
            <a:r>
              <a:rPr lang="en-US" dirty="0"/>
              <a:t> </a:t>
            </a:r>
            <a:r>
              <a:rPr lang="en-US" dirty="0" err="1"/>
              <a:t>az</a:t>
            </a:r>
            <a:r>
              <a:rPr lang="en-US" dirty="0"/>
              <a:t> Angular </a:t>
            </a:r>
            <a:r>
              <a:rPr lang="en-US" dirty="0" err="1"/>
              <a:t>az</a:t>
            </a:r>
            <a:r>
              <a:rPr lang="en-US" dirty="0"/>
              <a:t> </a:t>
            </a:r>
            <a:r>
              <a:rPr lang="en-US" b="1" dirty="0" err="1"/>
              <a:t>HttpClientet</a:t>
            </a:r>
            <a:r>
              <a:rPr lang="en-US" dirty="0"/>
              <a:t> </a:t>
            </a:r>
            <a:r>
              <a:rPr lang="en-US" dirty="0" err="1"/>
              <a:t>biztosítja</a:t>
            </a:r>
            <a:r>
              <a:rPr lang="en-US" dirty="0"/>
              <a:t>.</a:t>
            </a:r>
            <a:r>
              <a:rPr lang="hu-HU" dirty="0"/>
              <a:t> Az </a:t>
            </a:r>
            <a:r>
              <a:rPr lang="hu-HU" dirty="0" err="1"/>
              <a:t>Angular</a:t>
            </a:r>
            <a:r>
              <a:rPr lang="hu-HU" dirty="0"/>
              <a:t> </a:t>
            </a:r>
            <a:r>
              <a:rPr lang="hu-H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HttpClient</a:t>
            </a:r>
            <a:r>
              <a:rPr lang="hu-HU" dirty="0"/>
              <a:t> egy magas szintű API. Nem </a:t>
            </a:r>
            <a:r>
              <a:rPr lang="hu-HU" dirty="0" err="1"/>
              <a:t>raw</a:t>
            </a:r>
            <a:r>
              <a:rPr lang="hu-HU" dirty="0"/>
              <a:t> </a:t>
            </a:r>
            <a:r>
              <a:rPr lang="hu-HU" dirty="0" err="1"/>
              <a:t>fetch</a:t>
            </a:r>
            <a:r>
              <a:rPr lang="hu-HU" dirty="0"/>
              <a:t>, nem </a:t>
            </a:r>
            <a:r>
              <a:rPr lang="hu-HU" dirty="0" err="1"/>
              <a:t>XMLHttpRequest</a:t>
            </a:r>
            <a:r>
              <a:rPr lang="hu-HU" dirty="0"/>
              <a:t>.</a:t>
            </a:r>
          </a:p>
          <a:p>
            <a:endParaRPr lang="hu-HU" dirty="0"/>
          </a:p>
          <a:p>
            <a:r>
              <a:rPr lang="en-US" b="1" dirty="0" err="1"/>
              <a:t>Előnyei</a:t>
            </a:r>
            <a:r>
              <a:rPr lang="en-US" dirty="0"/>
              <a:t>:</a:t>
            </a:r>
          </a:p>
          <a:p>
            <a:r>
              <a:rPr lang="hu-HU" dirty="0"/>
              <a:t>- </a:t>
            </a:r>
            <a:r>
              <a:rPr lang="en-US" dirty="0" err="1"/>
              <a:t>automatikus</a:t>
            </a:r>
            <a:r>
              <a:rPr lang="en-US" dirty="0"/>
              <a:t> JSON parse</a:t>
            </a:r>
          </a:p>
          <a:p>
            <a:r>
              <a:rPr lang="hu-HU" dirty="0"/>
              <a:t>- </a:t>
            </a:r>
            <a:r>
              <a:rPr lang="en-US" dirty="0" err="1"/>
              <a:t>típusos</a:t>
            </a:r>
            <a:r>
              <a:rPr lang="en-US" dirty="0"/>
              <a:t> </a:t>
            </a:r>
            <a:r>
              <a:rPr lang="en-US" dirty="0" err="1"/>
              <a:t>válasz</a:t>
            </a:r>
            <a:endParaRPr lang="en-US" dirty="0"/>
          </a:p>
          <a:p>
            <a:r>
              <a:rPr lang="hu-HU" dirty="0"/>
              <a:t>- </a:t>
            </a:r>
            <a:r>
              <a:rPr lang="en-US" dirty="0" err="1"/>
              <a:t>integrált</a:t>
            </a:r>
            <a:r>
              <a:rPr lang="en-US" dirty="0"/>
              <a:t> error handling</a:t>
            </a:r>
          </a:p>
          <a:p>
            <a:r>
              <a:rPr lang="hu-HU" dirty="0"/>
              <a:t>- </a:t>
            </a:r>
            <a:r>
              <a:rPr lang="en-US" dirty="0"/>
              <a:t>interceptor </a:t>
            </a:r>
            <a:r>
              <a:rPr lang="en-US" dirty="0" err="1"/>
              <a:t>támogatás</a:t>
            </a:r>
            <a:endParaRPr lang="en-US" dirty="0"/>
          </a:p>
          <a:p>
            <a:endParaRPr lang="hu-HU" dirty="0"/>
          </a:p>
          <a:p>
            <a:r>
              <a:rPr lang="hu-HU" dirty="0" err="1"/>
              <a:t>HttpClient</a:t>
            </a:r>
            <a:r>
              <a:rPr lang="hu-HU" dirty="0"/>
              <a:t> HTTP kéréseket küld, REST API végpontokat hív, JSON adatokat kezel. Nem közvetlenül adatokat ad vissza, hanem </a:t>
            </a:r>
            <a:r>
              <a:rPr lang="hu-HU" dirty="0" err="1"/>
              <a:t>Observable</a:t>
            </a:r>
            <a:r>
              <a:rPr lang="hu-HU" dirty="0"/>
              <a:t>-t.</a:t>
            </a:r>
          </a:p>
          <a:p>
            <a:endParaRPr lang="hu-HU" dirty="0"/>
          </a:p>
          <a:p>
            <a:r>
              <a:rPr lang="en-US" dirty="0"/>
              <a:t>Fontos, </a:t>
            </a:r>
            <a:r>
              <a:rPr lang="en-US" dirty="0" err="1"/>
              <a:t>hogy</a:t>
            </a:r>
            <a:r>
              <a:rPr lang="en-US" dirty="0"/>
              <a:t> a </a:t>
            </a:r>
            <a:r>
              <a:rPr lang="en-US" dirty="0" err="1"/>
              <a:t>komponens</a:t>
            </a:r>
            <a:r>
              <a:rPr lang="en-US" dirty="0"/>
              <a:t> </a:t>
            </a:r>
            <a:r>
              <a:rPr lang="en-US" b="1" dirty="0" err="1"/>
              <a:t>soha</a:t>
            </a:r>
            <a:r>
              <a:rPr lang="en-US" b="1" dirty="0"/>
              <a:t> </a:t>
            </a:r>
            <a:r>
              <a:rPr lang="en-US" b="1" dirty="0" err="1"/>
              <a:t>nem</a:t>
            </a:r>
            <a:r>
              <a:rPr lang="en-US" b="1" dirty="0"/>
              <a:t> </a:t>
            </a:r>
            <a:r>
              <a:rPr lang="en-US" b="1" dirty="0" err="1"/>
              <a:t>közvetlenül</a:t>
            </a:r>
            <a:r>
              <a:rPr lang="en-US" dirty="0"/>
              <a:t> </a:t>
            </a:r>
            <a:r>
              <a:rPr lang="en-US" dirty="0" err="1"/>
              <a:t>kommunikál</a:t>
            </a:r>
            <a:r>
              <a:rPr lang="en-US" dirty="0"/>
              <a:t> a </a:t>
            </a:r>
            <a:r>
              <a:rPr lang="en-US" dirty="0" err="1"/>
              <a:t>backenddel</a:t>
            </a:r>
            <a:r>
              <a:rPr lang="en-US" dirty="0"/>
              <a:t>.</a:t>
            </a:r>
            <a:r>
              <a:rPr lang="hu-HU" dirty="0"/>
              <a:t> </a:t>
            </a:r>
            <a:r>
              <a:rPr lang="en-US" dirty="0"/>
              <a:t>A </a:t>
            </a:r>
            <a:r>
              <a:rPr lang="en-US" dirty="0" err="1"/>
              <a:t>komponens</a:t>
            </a:r>
            <a:r>
              <a:rPr lang="en-US" dirty="0"/>
              <a:t> a service-t </a:t>
            </a:r>
            <a:r>
              <a:rPr lang="en-US" dirty="0" err="1"/>
              <a:t>hívja</a:t>
            </a:r>
            <a:r>
              <a:rPr lang="en-US" dirty="0"/>
              <a:t>, a service </a:t>
            </a:r>
            <a:r>
              <a:rPr lang="en-US" dirty="0" err="1"/>
              <a:t>pedig</a:t>
            </a:r>
            <a:r>
              <a:rPr lang="en-US" dirty="0"/>
              <a:t> </a:t>
            </a:r>
            <a:r>
              <a:rPr lang="en-US" dirty="0" err="1"/>
              <a:t>az</a:t>
            </a:r>
            <a:r>
              <a:rPr lang="en-US" dirty="0"/>
              <a:t> </a:t>
            </a:r>
            <a:r>
              <a:rPr lang="en-US" dirty="0" err="1"/>
              <a:t>HttpClientet</a:t>
            </a:r>
            <a:r>
              <a:rPr lang="en-US" dirty="0"/>
              <a:t>.</a:t>
            </a:r>
            <a:r>
              <a:rPr lang="hu-HU" dirty="0"/>
              <a:t> </a:t>
            </a:r>
            <a:r>
              <a:rPr lang="en-US" dirty="0"/>
              <a:t>Ez </a:t>
            </a:r>
            <a:r>
              <a:rPr lang="en-US" dirty="0" err="1"/>
              <a:t>tiszta</a:t>
            </a:r>
            <a:r>
              <a:rPr lang="en-US" dirty="0"/>
              <a:t> </a:t>
            </a:r>
            <a:r>
              <a:rPr lang="en-US" dirty="0" err="1"/>
              <a:t>rétegezést</a:t>
            </a:r>
            <a:r>
              <a:rPr lang="en-US" dirty="0"/>
              <a:t> és </a:t>
            </a:r>
            <a:r>
              <a:rPr lang="en-US" dirty="0" err="1"/>
              <a:t>jól</a:t>
            </a:r>
            <a:r>
              <a:rPr lang="en-US" dirty="0"/>
              <a:t> </a:t>
            </a:r>
            <a:r>
              <a:rPr lang="en-US" dirty="0" err="1"/>
              <a:t>átlátható</a:t>
            </a:r>
            <a:r>
              <a:rPr lang="en-US" dirty="0"/>
              <a:t> </a:t>
            </a:r>
            <a:r>
              <a:rPr lang="en-US" dirty="0" err="1"/>
              <a:t>felelősségeket</a:t>
            </a:r>
            <a:r>
              <a:rPr lang="en-US" dirty="0"/>
              <a:t> ad.</a:t>
            </a:r>
            <a:endParaRPr lang="hu-HU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23EBC-67FA-4278-B97C-82D0A52FD2D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445011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Amikor</a:t>
            </a:r>
            <a:r>
              <a:rPr lang="en-US" dirty="0"/>
              <a:t> HTTP </a:t>
            </a:r>
            <a:r>
              <a:rPr lang="en-US" dirty="0" err="1"/>
              <a:t>kérést</a:t>
            </a:r>
            <a:r>
              <a:rPr lang="en-US" dirty="0"/>
              <a:t> </a:t>
            </a:r>
            <a:r>
              <a:rPr lang="en-US" dirty="0" err="1"/>
              <a:t>küldünk</a:t>
            </a:r>
            <a:r>
              <a:rPr lang="hu-HU" dirty="0"/>
              <a:t>, akkor </a:t>
            </a:r>
            <a:r>
              <a:rPr lang="en-US" dirty="0" err="1"/>
              <a:t>nem</a:t>
            </a:r>
            <a:r>
              <a:rPr lang="en-US" dirty="0"/>
              <a:t> </a:t>
            </a:r>
            <a:r>
              <a:rPr lang="en-US" dirty="0" err="1"/>
              <a:t>kapunk</a:t>
            </a:r>
            <a:r>
              <a:rPr lang="en-US" dirty="0"/>
              <a:t> </a:t>
            </a:r>
            <a:r>
              <a:rPr lang="en-US" dirty="0" err="1"/>
              <a:t>azonnal</a:t>
            </a:r>
            <a:r>
              <a:rPr lang="en-US" dirty="0"/>
              <a:t> </a:t>
            </a:r>
            <a:r>
              <a:rPr lang="en-US" dirty="0" err="1"/>
              <a:t>adatot</a:t>
            </a:r>
            <a:r>
              <a:rPr lang="hu-HU" dirty="0"/>
              <a:t>, </a:t>
            </a:r>
            <a:r>
              <a:rPr lang="en-US" dirty="0" err="1"/>
              <a:t>nem</a:t>
            </a:r>
            <a:r>
              <a:rPr lang="en-US" dirty="0"/>
              <a:t> </a:t>
            </a:r>
            <a:r>
              <a:rPr lang="en-US" dirty="0" err="1"/>
              <a:t>tudjuk</a:t>
            </a:r>
            <a:r>
              <a:rPr lang="en-US" dirty="0"/>
              <a:t> </a:t>
            </a:r>
            <a:r>
              <a:rPr lang="en-US" dirty="0" err="1"/>
              <a:t>rögtön</a:t>
            </a:r>
            <a:r>
              <a:rPr lang="en-US" dirty="0"/>
              <a:t> </a:t>
            </a:r>
            <a:r>
              <a:rPr lang="en-US" dirty="0" err="1"/>
              <a:t>kiírni</a:t>
            </a:r>
            <a:r>
              <a:rPr lang="en-US" dirty="0"/>
              <a:t> a </a:t>
            </a:r>
            <a:r>
              <a:rPr lang="en-US" dirty="0" err="1"/>
              <a:t>választ</a:t>
            </a:r>
            <a:r>
              <a:rPr lang="hu-HU" dirty="0"/>
              <a:t>. </a:t>
            </a:r>
            <a:r>
              <a:rPr lang="en-US" dirty="0"/>
              <a:t>Az </a:t>
            </a:r>
            <a:r>
              <a:rPr lang="en-US" dirty="0" err="1"/>
              <a:t>adat</a:t>
            </a:r>
            <a:r>
              <a:rPr lang="en-US" dirty="0"/>
              <a:t> </a:t>
            </a:r>
            <a:r>
              <a:rPr lang="en-US" b="1" dirty="0" err="1"/>
              <a:t>később</a:t>
            </a:r>
            <a:r>
              <a:rPr lang="en-US" dirty="0"/>
              <a:t> </a:t>
            </a:r>
            <a:r>
              <a:rPr lang="en-US" dirty="0" err="1"/>
              <a:t>érkezik</a:t>
            </a:r>
            <a:r>
              <a:rPr lang="en-US" dirty="0"/>
              <a:t> meg.</a:t>
            </a:r>
            <a:r>
              <a:rPr lang="hu-HU" dirty="0"/>
              <a:t> Ezt az aszinkron működést az </a:t>
            </a:r>
            <a:r>
              <a:rPr lang="hu-HU" dirty="0" err="1"/>
              <a:t>Observable</a:t>
            </a:r>
            <a:r>
              <a:rPr lang="hu-HU" dirty="0"/>
              <a:t> biztosítja.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23EBC-67FA-4278-B97C-82D0A52FD2D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466020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Az Observable </a:t>
            </a:r>
            <a:r>
              <a:rPr lang="en-US" dirty="0" err="1"/>
              <a:t>olyan</a:t>
            </a:r>
            <a:r>
              <a:rPr lang="en-US" dirty="0"/>
              <a:t> </a:t>
            </a:r>
            <a:r>
              <a:rPr lang="hu-HU" dirty="0"/>
              <a:t>aszinkron </a:t>
            </a:r>
            <a:r>
              <a:rPr lang="en-US" dirty="0" err="1"/>
              <a:t>adatforrás</a:t>
            </a:r>
            <a:r>
              <a:rPr lang="en-US" dirty="0"/>
              <a:t>, </a:t>
            </a:r>
            <a:r>
              <a:rPr lang="en-US" dirty="0" err="1"/>
              <a:t>amely</a:t>
            </a:r>
            <a:r>
              <a:rPr lang="en-US" dirty="0"/>
              <a:t> </a:t>
            </a:r>
            <a:r>
              <a:rPr lang="en-US" dirty="0" err="1"/>
              <a:t>nem</a:t>
            </a:r>
            <a:r>
              <a:rPr lang="en-US" dirty="0"/>
              <a:t> </a:t>
            </a:r>
            <a:r>
              <a:rPr lang="en-US" dirty="0" err="1"/>
              <a:t>egyszerre</a:t>
            </a:r>
            <a:r>
              <a:rPr lang="en-US" dirty="0"/>
              <a:t> </a:t>
            </a:r>
            <a:r>
              <a:rPr lang="en-US" dirty="0" err="1"/>
              <a:t>adja</a:t>
            </a:r>
            <a:r>
              <a:rPr lang="en-US" dirty="0"/>
              <a:t> </a:t>
            </a:r>
            <a:r>
              <a:rPr lang="en-US" dirty="0" err="1"/>
              <a:t>vissza</a:t>
            </a:r>
            <a:r>
              <a:rPr lang="en-US" dirty="0"/>
              <a:t> </a:t>
            </a:r>
            <a:r>
              <a:rPr lang="en-US" dirty="0" err="1"/>
              <a:t>az</a:t>
            </a:r>
            <a:r>
              <a:rPr lang="en-US" dirty="0"/>
              <a:t> </a:t>
            </a:r>
            <a:r>
              <a:rPr lang="en-US" dirty="0" err="1"/>
              <a:t>értéket</a:t>
            </a:r>
            <a:r>
              <a:rPr lang="en-US" dirty="0"/>
              <a:t>, </a:t>
            </a:r>
            <a:r>
              <a:rPr lang="en-US" dirty="0" err="1"/>
              <a:t>hanem</a:t>
            </a:r>
            <a:r>
              <a:rPr lang="en-US" dirty="0"/>
              <a:t> </a:t>
            </a:r>
            <a:r>
              <a:rPr lang="en-US" dirty="0" err="1"/>
              <a:t>az</a:t>
            </a:r>
            <a:r>
              <a:rPr lang="en-US" dirty="0"/>
              <a:t> </a:t>
            </a:r>
            <a:r>
              <a:rPr lang="en-US" dirty="0" err="1"/>
              <a:t>adatok</a:t>
            </a:r>
            <a:r>
              <a:rPr lang="en-US" dirty="0"/>
              <a:t> </a:t>
            </a:r>
            <a:r>
              <a:rPr lang="en-US" dirty="0" err="1"/>
              <a:t>időben</a:t>
            </a:r>
            <a:r>
              <a:rPr lang="en-US" dirty="0"/>
              <a:t>, </a:t>
            </a:r>
            <a:r>
              <a:rPr lang="en-US" dirty="0" err="1"/>
              <a:t>egymás</a:t>
            </a:r>
            <a:r>
              <a:rPr lang="en-US" dirty="0"/>
              <a:t> </a:t>
            </a:r>
            <a:r>
              <a:rPr lang="en-US" dirty="0" err="1"/>
              <a:t>után</a:t>
            </a:r>
            <a:r>
              <a:rPr lang="en-US" dirty="0"/>
              <a:t> </a:t>
            </a:r>
            <a:r>
              <a:rPr lang="en-US" dirty="0" err="1"/>
              <a:t>érkeznek</a:t>
            </a:r>
            <a:r>
              <a:rPr lang="en-US" dirty="0"/>
              <a:t> meg.</a:t>
            </a:r>
            <a:r>
              <a:rPr lang="hu-HU" dirty="0"/>
              <a:t> </a:t>
            </a:r>
            <a:r>
              <a:rPr lang="en-US" dirty="0" err="1"/>
              <a:t>Amikor</a:t>
            </a:r>
            <a:r>
              <a:rPr lang="en-US" dirty="0"/>
              <a:t> </a:t>
            </a:r>
            <a:r>
              <a:rPr lang="en-US" dirty="0" err="1"/>
              <a:t>azt</a:t>
            </a:r>
            <a:r>
              <a:rPr lang="en-US" dirty="0"/>
              <a:t> </a:t>
            </a:r>
            <a:r>
              <a:rPr lang="en-US" dirty="0" err="1"/>
              <a:t>mondjuk</a:t>
            </a:r>
            <a:r>
              <a:rPr lang="en-US" dirty="0"/>
              <a:t>, </a:t>
            </a:r>
            <a:r>
              <a:rPr lang="en-US" dirty="0" err="1"/>
              <a:t>hogy</a:t>
            </a:r>
            <a:r>
              <a:rPr lang="en-US" dirty="0"/>
              <a:t> </a:t>
            </a:r>
            <a:r>
              <a:rPr lang="en-US" dirty="0" err="1"/>
              <a:t>az</a:t>
            </a:r>
            <a:r>
              <a:rPr lang="en-US" dirty="0"/>
              <a:t> Observable </a:t>
            </a:r>
            <a:r>
              <a:rPr lang="en-US" b="1" dirty="0" err="1"/>
              <a:t>időben</a:t>
            </a:r>
            <a:r>
              <a:rPr lang="en-US" b="1" dirty="0"/>
              <a:t> </a:t>
            </a:r>
            <a:r>
              <a:rPr lang="en-US" b="1" dirty="0" err="1"/>
              <a:t>érkező</a:t>
            </a:r>
            <a:r>
              <a:rPr lang="en-US" b="1" dirty="0"/>
              <a:t> </a:t>
            </a:r>
            <a:r>
              <a:rPr lang="en-US" b="1" dirty="0" err="1"/>
              <a:t>adatokat</a:t>
            </a:r>
            <a:r>
              <a:rPr lang="en-US" dirty="0"/>
              <a:t> </a:t>
            </a:r>
            <a:r>
              <a:rPr lang="en-US" dirty="0" err="1"/>
              <a:t>kezel</a:t>
            </a:r>
            <a:r>
              <a:rPr lang="en-US" dirty="0"/>
              <a:t>, </a:t>
            </a:r>
            <a:r>
              <a:rPr lang="en-US" dirty="0" err="1"/>
              <a:t>akkor</a:t>
            </a:r>
            <a:r>
              <a:rPr lang="en-US" dirty="0"/>
              <a:t> </a:t>
            </a:r>
            <a:r>
              <a:rPr lang="en-US" dirty="0" err="1"/>
              <a:t>azt</a:t>
            </a:r>
            <a:r>
              <a:rPr lang="en-US" dirty="0"/>
              <a:t> </a:t>
            </a:r>
            <a:r>
              <a:rPr lang="en-US" dirty="0" err="1"/>
              <a:t>értjük</a:t>
            </a:r>
            <a:r>
              <a:rPr lang="en-US" dirty="0"/>
              <a:t> </a:t>
            </a:r>
            <a:r>
              <a:rPr lang="en-US" dirty="0" err="1"/>
              <a:t>alatta</a:t>
            </a:r>
            <a:r>
              <a:rPr lang="en-US" dirty="0"/>
              <a:t>, </a:t>
            </a:r>
            <a:r>
              <a:rPr lang="en-US" dirty="0" err="1"/>
              <a:t>hogy</a:t>
            </a:r>
            <a:r>
              <a:rPr lang="en-US" dirty="0"/>
              <a:t> </a:t>
            </a:r>
            <a:r>
              <a:rPr lang="en-US" dirty="0" err="1"/>
              <a:t>az</a:t>
            </a:r>
            <a:r>
              <a:rPr lang="en-US" dirty="0"/>
              <a:t> </a:t>
            </a:r>
            <a:r>
              <a:rPr lang="en-US" dirty="0" err="1"/>
              <a:t>adat</a:t>
            </a:r>
            <a:r>
              <a:rPr lang="en-US" dirty="0"/>
              <a:t> </a:t>
            </a:r>
            <a:r>
              <a:rPr lang="en-US" b="1" dirty="0" err="1"/>
              <a:t>nem</a:t>
            </a:r>
            <a:r>
              <a:rPr lang="en-US" b="1" dirty="0"/>
              <a:t> </a:t>
            </a:r>
            <a:r>
              <a:rPr lang="en-US" b="1" dirty="0" err="1"/>
              <a:t>azonnal</a:t>
            </a:r>
            <a:r>
              <a:rPr lang="en-US" b="1" dirty="0"/>
              <a:t> és </a:t>
            </a:r>
            <a:r>
              <a:rPr lang="en-US" b="1" dirty="0" err="1"/>
              <a:t>nem</a:t>
            </a:r>
            <a:r>
              <a:rPr lang="en-US" b="1" dirty="0"/>
              <a:t> </a:t>
            </a:r>
            <a:r>
              <a:rPr lang="en-US" b="1" dirty="0" err="1"/>
              <a:t>feltétlenül</a:t>
            </a:r>
            <a:r>
              <a:rPr lang="en-US" b="1" dirty="0"/>
              <a:t> </a:t>
            </a:r>
            <a:r>
              <a:rPr lang="en-US" b="1" dirty="0" err="1"/>
              <a:t>egyszerre</a:t>
            </a:r>
            <a:r>
              <a:rPr lang="en-US" dirty="0"/>
              <a:t> </a:t>
            </a:r>
            <a:r>
              <a:rPr lang="en-US" dirty="0" err="1"/>
              <a:t>áll</a:t>
            </a:r>
            <a:r>
              <a:rPr lang="en-US" dirty="0"/>
              <a:t> </a:t>
            </a:r>
            <a:r>
              <a:rPr lang="en-US" dirty="0" err="1"/>
              <a:t>rendelkezésre</a:t>
            </a:r>
            <a:r>
              <a:rPr lang="en-US" dirty="0"/>
              <a:t>.</a:t>
            </a:r>
            <a:r>
              <a:rPr lang="hu-HU" dirty="0"/>
              <a:t> </a:t>
            </a:r>
          </a:p>
          <a:p>
            <a:endParaRPr lang="hu-HU" dirty="0"/>
          </a:p>
          <a:p>
            <a:r>
              <a:rPr lang="en-US" dirty="0"/>
              <a:t>Minden HTTP </a:t>
            </a:r>
            <a:r>
              <a:rPr lang="en-US" dirty="0" err="1"/>
              <a:t>kérés</a:t>
            </a:r>
            <a:r>
              <a:rPr lang="en-US" dirty="0"/>
              <a:t> </a:t>
            </a:r>
            <a:r>
              <a:rPr lang="en-US" dirty="0" err="1"/>
              <a:t>Angularban</a:t>
            </a:r>
            <a:r>
              <a:rPr lang="en-US" dirty="0"/>
              <a:t> </a:t>
            </a:r>
            <a:r>
              <a:rPr lang="en-US" b="1" dirty="0"/>
              <a:t>Observable-t ad </a:t>
            </a:r>
            <a:r>
              <a:rPr lang="en-US" b="1" dirty="0" err="1"/>
              <a:t>vissza</a:t>
            </a:r>
            <a:r>
              <a:rPr lang="en-US" dirty="0"/>
              <a:t>.</a:t>
            </a:r>
            <a:r>
              <a:rPr lang="hu-HU" dirty="0"/>
              <a:t> </a:t>
            </a:r>
            <a:r>
              <a:rPr lang="en-US" dirty="0"/>
              <a:t>Ez </a:t>
            </a:r>
            <a:r>
              <a:rPr lang="en-US" dirty="0" err="1"/>
              <a:t>azt</a:t>
            </a:r>
            <a:r>
              <a:rPr lang="en-US" dirty="0"/>
              <a:t> </a:t>
            </a:r>
            <a:r>
              <a:rPr lang="en-US" dirty="0" err="1"/>
              <a:t>jelenti</a:t>
            </a:r>
            <a:r>
              <a:rPr lang="en-US" dirty="0"/>
              <a:t>, </a:t>
            </a:r>
            <a:r>
              <a:rPr lang="en-US" dirty="0" err="1"/>
              <a:t>hogy</a:t>
            </a:r>
            <a:r>
              <a:rPr lang="en-US" dirty="0"/>
              <a:t> </a:t>
            </a:r>
            <a:r>
              <a:rPr lang="en-US" dirty="0" err="1"/>
              <a:t>az</a:t>
            </a:r>
            <a:r>
              <a:rPr lang="en-US" dirty="0"/>
              <a:t> </a:t>
            </a:r>
            <a:r>
              <a:rPr lang="en-US" dirty="0" err="1"/>
              <a:t>adat</a:t>
            </a:r>
            <a:r>
              <a:rPr lang="en-US" dirty="0"/>
              <a:t> </a:t>
            </a:r>
            <a:r>
              <a:rPr lang="en-US" b="1" dirty="0" err="1"/>
              <a:t>nem</a:t>
            </a:r>
            <a:r>
              <a:rPr lang="en-US" b="1" dirty="0"/>
              <a:t> </a:t>
            </a:r>
            <a:r>
              <a:rPr lang="en-US" b="1" dirty="0" err="1"/>
              <a:t>azonnal</a:t>
            </a:r>
            <a:r>
              <a:rPr lang="en-US" dirty="0"/>
              <a:t>, </a:t>
            </a:r>
            <a:r>
              <a:rPr lang="en-US" dirty="0" err="1"/>
              <a:t>hanem</a:t>
            </a:r>
            <a:r>
              <a:rPr lang="en-US" dirty="0"/>
              <a:t> </a:t>
            </a:r>
            <a:r>
              <a:rPr lang="en-US" dirty="0" err="1"/>
              <a:t>egy</a:t>
            </a:r>
            <a:r>
              <a:rPr lang="en-US" dirty="0"/>
              <a:t> </a:t>
            </a:r>
            <a:r>
              <a:rPr lang="hu-HU" dirty="0"/>
              <a:t>aszinkron </a:t>
            </a:r>
            <a:r>
              <a:rPr lang="en-US" dirty="0" err="1"/>
              <a:t>adatfolyam</a:t>
            </a:r>
            <a:r>
              <a:rPr lang="en-US" dirty="0"/>
              <a:t> </a:t>
            </a:r>
            <a:r>
              <a:rPr lang="en-US" dirty="0" err="1"/>
              <a:t>részeként</a:t>
            </a:r>
            <a:r>
              <a:rPr lang="en-US" dirty="0"/>
              <a:t> </a:t>
            </a:r>
            <a:r>
              <a:rPr lang="en-US" dirty="0" err="1"/>
              <a:t>érkezik</a:t>
            </a:r>
            <a:r>
              <a:rPr lang="en-US" dirty="0"/>
              <a:t> meg.</a:t>
            </a:r>
            <a:r>
              <a:rPr lang="hu-HU" dirty="0"/>
              <a:t> </a:t>
            </a:r>
            <a:r>
              <a:rPr lang="en-US" dirty="0" err="1"/>
              <a:t>Úgy</a:t>
            </a:r>
            <a:r>
              <a:rPr lang="en-US" dirty="0"/>
              <a:t> </a:t>
            </a:r>
            <a:r>
              <a:rPr lang="en-US" dirty="0" err="1"/>
              <a:t>kell</a:t>
            </a:r>
            <a:r>
              <a:rPr lang="en-US" dirty="0"/>
              <a:t> </a:t>
            </a:r>
            <a:r>
              <a:rPr lang="en-US" dirty="0" err="1"/>
              <a:t>elképzelni</a:t>
            </a:r>
            <a:r>
              <a:rPr lang="en-US" dirty="0"/>
              <a:t>, mint</a:t>
            </a:r>
            <a:r>
              <a:rPr lang="hu-HU" dirty="0"/>
              <a:t> </a:t>
            </a:r>
            <a:r>
              <a:rPr lang="en-US" dirty="0" err="1"/>
              <a:t>egy</a:t>
            </a:r>
            <a:r>
              <a:rPr lang="en-US" dirty="0"/>
              <a:t> </a:t>
            </a:r>
            <a:r>
              <a:rPr lang="en-US" dirty="0" err="1"/>
              <a:t>csapot</a:t>
            </a:r>
            <a:r>
              <a:rPr lang="en-US" dirty="0"/>
              <a:t>, amin </a:t>
            </a:r>
            <a:r>
              <a:rPr lang="en-US" dirty="0" err="1"/>
              <a:t>később</a:t>
            </a:r>
            <a:r>
              <a:rPr lang="en-US" dirty="0"/>
              <a:t> </a:t>
            </a:r>
            <a:r>
              <a:rPr lang="en-US" dirty="0" err="1"/>
              <a:t>jön</a:t>
            </a:r>
            <a:r>
              <a:rPr lang="en-US" dirty="0"/>
              <a:t> a </a:t>
            </a:r>
            <a:r>
              <a:rPr lang="en-US" dirty="0" err="1"/>
              <a:t>víz</a:t>
            </a:r>
            <a:r>
              <a:rPr lang="hu-HU" dirty="0"/>
              <a:t>, </a:t>
            </a:r>
            <a:r>
              <a:rPr lang="en-US" dirty="0"/>
              <a:t>mi </a:t>
            </a:r>
            <a:r>
              <a:rPr lang="en-US" dirty="0" err="1"/>
              <a:t>pedig</a:t>
            </a:r>
            <a:r>
              <a:rPr lang="en-US" dirty="0"/>
              <a:t> </a:t>
            </a:r>
            <a:r>
              <a:rPr lang="en-US" dirty="0" err="1"/>
              <a:t>feliratkozunk</a:t>
            </a:r>
            <a:r>
              <a:rPr lang="en-US" dirty="0"/>
              <a:t> </a:t>
            </a:r>
            <a:r>
              <a:rPr lang="en-US" dirty="0" err="1"/>
              <a:t>rá</a:t>
            </a:r>
            <a:r>
              <a:rPr lang="hu-HU" dirty="0"/>
              <a:t>.</a:t>
            </a:r>
            <a:endParaRPr lang="en-US" dirty="0"/>
          </a:p>
          <a:p>
            <a:endParaRPr lang="hu-HU" dirty="0"/>
          </a:p>
          <a:p>
            <a:r>
              <a:rPr lang="en-US" dirty="0"/>
              <a:t>Az Observable </a:t>
            </a:r>
            <a:r>
              <a:rPr lang="en-US" dirty="0" err="1"/>
              <a:t>modell</a:t>
            </a:r>
            <a:r>
              <a:rPr lang="en-US" dirty="0"/>
              <a:t> </a:t>
            </a:r>
            <a:r>
              <a:rPr lang="en-US" dirty="0" err="1"/>
              <a:t>lehetővé</a:t>
            </a:r>
            <a:r>
              <a:rPr lang="en-US" dirty="0"/>
              <a:t> </a:t>
            </a:r>
            <a:r>
              <a:rPr lang="en-US" dirty="0" err="1"/>
              <a:t>teszi</a:t>
            </a:r>
            <a:r>
              <a:rPr lang="en-US" dirty="0"/>
              <a:t>, </a:t>
            </a:r>
            <a:r>
              <a:rPr lang="en-US" dirty="0" err="1"/>
              <a:t>hogy</a:t>
            </a:r>
            <a:r>
              <a:rPr lang="en-US" dirty="0"/>
              <a:t>:</a:t>
            </a:r>
          </a:p>
          <a:p>
            <a:r>
              <a:rPr lang="hu-HU" dirty="0"/>
              <a:t>- Aszinkron módon </a:t>
            </a:r>
            <a:r>
              <a:rPr lang="en-US" dirty="0" err="1"/>
              <a:t>reagáljunk</a:t>
            </a:r>
            <a:r>
              <a:rPr lang="en-US" dirty="0"/>
              <a:t> </a:t>
            </a:r>
            <a:r>
              <a:rPr lang="en-US" dirty="0" err="1"/>
              <a:t>az</a:t>
            </a:r>
            <a:r>
              <a:rPr lang="en-US" dirty="0"/>
              <a:t> </a:t>
            </a:r>
            <a:r>
              <a:rPr lang="en-US" dirty="0" err="1"/>
              <a:t>adatra</a:t>
            </a:r>
            <a:r>
              <a:rPr lang="en-US" dirty="0"/>
              <a:t>, </a:t>
            </a:r>
            <a:r>
              <a:rPr lang="en-US" dirty="0" err="1"/>
              <a:t>amikor</a:t>
            </a:r>
            <a:r>
              <a:rPr lang="en-US" dirty="0"/>
              <a:t> </a:t>
            </a:r>
            <a:r>
              <a:rPr lang="en-US" dirty="0" err="1"/>
              <a:t>megérkezik</a:t>
            </a:r>
            <a:endParaRPr lang="en-US" dirty="0"/>
          </a:p>
          <a:p>
            <a:r>
              <a:rPr lang="hu-HU" dirty="0"/>
              <a:t>- </a:t>
            </a:r>
            <a:r>
              <a:rPr lang="en-US" dirty="0" err="1"/>
              <a:t>kezeljük</a:t>
            </a:r>
            <a:r>
              <a:rPr lang="en-US" dirty="0"/>
              <a:t> a </a:t>
            </a:r>
            <a:r>
              <a:rPr lang="en-US" dirty="0" err="1"/>
              <a:t>hibákat</a:t>
            </a:r>
            <a:endParaRPr lang="en-US" dirty="0"/>
          </a:p>
          <a:p>
            <a:r>
              <a:rPr lang="hu-HU" dirty="0"/>
              <a:t>- </a:t>
            </a:r>
            <a:r>
              <a:rPr lang="en-US" dirty="0" err="1"/>
              <a:t>leiratkozzunk</a:t>
            </a:r>
            <a:r>
              <a:rPr lang="en-US" dirty="0"/>
              <a:t>, </a:t>
            </a:r>
            <a:r>
              <a:rPr lang="en-US" dirty="0" err="1"/>
              <a:t>amikor</a:t>
            </a:r>
            <a:r>
              <a:rPr lang="en-US" dirty="0"/>
              <a:t> </a:t>
            </a:r>
            <a:r>
              <a:rPr lang="en-US" dirty="0" err="1"/>
              <a:t>már</a:t>
            </a:r>
            <a:r>
              <a:rPr lang="en-US" dirty="0"/>
              <a:t> </a:t>
            </a:r>
            <a:r>
              <a:rPr lang="en-US" dirty="0" err="1"/>
              <a:t>nincs</a:t>
            </a:r>
            <a:r>
              <a:rPr lang="en-US" dirty="0"/>
              <a:t> </a:t>
            </a:r>
            <a:r>
              <a:rPr lang="en-US" dirty="0" err="1"/>
              <a:t>rá</a:t>
            </a:r>
            <a:r>
              <a:rPr lang="en-US" dirty="0"/>
              <a:t> </a:t>
            </a:r>
            <a:r>
              <a:rPr lang="en-US" dirty="0" err="1"/>
              <a:t>szükség</a:t>
            </a:r>
            <a:endParaRPr lang="en-US" dirty="0"/>
          </a:p>
          <a:p>
            <a:endParaRPr lang="hu-HU" dirty="0"/>
          </a:p>
          <a:p>
            <a:r>
              <a:rPr lang="en-US" dirty="0"/>
              <a:t>Ez </a:t>
            </a:r>
            <a:r>
              <a:rPr lang="en-US" dirty="0" err="1"/>
              <a:t>az</a:t>
            </a:r>
            <a:r>
              <a:rPr lang="en-US" dirty="0"/>
              <a:t> </a:t>
            </a:r>
            <a:r>
              <a:rPr lang="en-US" dirty="0" err="1"/>
              <a:t>aszinkron</a:t>
            </a:r>
            <a:r>
              <a:rPr lang="en-US" dirty="0"/>
              <a:t> </a:t>
            </a:r>
            <a:r>
              <a:rPr lang="en-US" dirty="0" err="1"/>
              <a:t>gondolkodásmód</a:t>
            </a:r>
            <a:r>
              <a:rPr lang="en-US" dirty="0"/>
              <a:t> </a:t>
            </a:r>
            <a:r>
              <a:rPr lang="en-US" dirty="0" err="1"/>
              <a:t>az</a:t>
            </a:r>
            <a:r>
              <a:rPr lang="en-US" dirty="0"/>
              <a:t> Angular </a:t>
            </a:r>
            <a:r>
              <a:rPr lang="en-US" dirty="0" err="1"/>
              <a:t>egyik</a:t>
            </a:r>
            <a:r>
              <a:rPr lang="en-US" dirty="0"/>
              <a:t> </a:t>
            </a:r>
            <a:r>
              <a:rPr lang="en-US" dirty="0" err="1"/>
              <a:t>legfontosabb</a:t>
            </a:r>
            <a:r>
              <a:rPr lang="en-US" dirty="0"/>
              <a:t> </a:t>
            </a:r>
            <a:r>
              <a:rPr lang="en-US" dirty="0" err="1"/>
              <a:t>alapelve</a:t>
            </a:r>
            <a:r>
              <a:rPr lang="en-US" dirty="0"/>
              <a:t>, és </a:t>
            </a:r>
            <a:r>
              <a:rPr lang="en-US" dirty="0" err="1"/>
              <a:t>nélkülözhetetlen</a:t>
            </a:r>
            <a:r>
              <a:rPr lang="en-US" dirty="0"/>
              <a:t> a modern frontend </a:t>
            </a:r>
            <a:r>
              <a:rPr lang="en-US" dirty="0" err="1"/>
              <a:t>fejlesztésben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23EBC-67FA-4278-B97C-82D0A52FD2D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423691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Angularban</a:t>
            </a:r>
            <a:r>
              <a:rPr lang="en-US" dirty="0"/>
              <a:t> </a:t>
            </a:r>
            <a:r>
              <a:rPr lang="en-US" dirty="0" err="1"/>
              <a:t>minden</a:t>
            </a:r>
            <a:r>
              <a:rPr lang="en-US" dirty="0"/>
              <a:t> HTTP </a:t>
            </a:r>
            <a:r>
              <a:rPr lang="en-US" dirty="0" err="1"/>
              <a:t>kérés</a:t>
            </a:r>
            <a:r>
              <a:rPr lang="en-US" dirty="0"/>
              <a:t> </a:t>
            </a:r>
            <a:r>
              <a:rPr lang="en-US" b="1" dirty="0"/>
              <a:t>Observable-t ad </a:t>
            </a:r>
            <a:r>
              <a:rPr lang="en-US" b="1" dirty="0" err="1"/>
              <a:t>vissza</a:t>
            </a:r>
            <a:r>
              <a:rPr lang="en-US" dirty="0"/>
              <a:t>.</a:t>
            </a:r>
            <a:r>
              <a:rPr lang="hu-HU" dirty="0"/>
              <a:t> </a:t>
            </a:r>
            <a:r>
              <a:rPr lang="en-US" dirty="0"/>
              <a:t>Ez </a:t>
            </a:r>
            <a:r>
              <a:rPr lang="en-US" dirty="0" err="1"/>
              <a:t>nem</a:t>
            </a:r>
            <a:r>
              <a:rPr lang="en-US" dirty="0"/>
              <a:t> </a:t>
            </a:r>
            <a:r>
              <a:rPr lang="en-US" dirty="0" err="1"/>
              <a:t>maga</a:t>
            </a:r>
            <a:r>
              <a:rPr lang="en-US" dirty="0"/>
              <a:t> </a:t>
            </a:r>
            <a:r>
              <a:rPr lang="en-US" dirty="0" err="1"/>
              <a:t>az</a:t>
            </a:r>
            <a:r>
              <a:rPr lang="en-US" dirty="0"/>
              <a:t> </a:t>
            </a:r>
            <a:r>
              <a:rPr lang="en-US" dirty="0" err="1"/>
              <a:t>adat</a:t>
            </a:r>
            <a:r>
              <a:rPr lang="en-US" dirty="0"/>
              <a:t>, </a:t>
            </a:r>
            <a:r>
              <a:rPr lang="en-US" dirty="0" err="1"/>
              <a:t>hanem</a:t>
            </a:r>
            <a:r>
              <a:rPr lang="en-US" dirty="0"/>
              <a:t> </a:t>
            </a:r>
            <a:r>
              <a:rPr lang="en-US" dirty="0" err="1"/>
              <a:t>egy</a:t>
            </a:r>
            <a:r>
              <a:rPr lang="en-US" dirty="0"/>
              <a:t> </a:t>
            </a:r>
            <a:r>
              <a:rPr lang="en-US" b="1" dirty="0" err="1"/>
              <a:t>ígéret</a:t>
            </a:r>
            <a:r>
              <a:rPr lang="en-US" b="1" dirty="0"/>
              <a:t> </a:t>
            </a:r>
            <a:r>
              <a:rPr lang="en-US" b="1" dirty="0" err="1"/>
              <a:t>arra</a:t>
            </a:r>
            <a:r>
              <a:rPr lang="en-US" dirty="0"/>
              <a:t>, </a:t>
            </a:r>
            <a:r>
              <a:rPr lang="en-US" dirty="0" err="1"/>
              <a:t>hogy</a:t>
            </a:r>
            <a:r>
              <a:rPr lang="en-US" dirty="0"/>
              <a:t> </a:t>
            </a:r>
            <a:r>
              <a:rPr lang="en-US" dirty="0" err="1"/>
              <a:t>az</a:t>
            </a:r>
            <a:r>
              <a:rPr lang="en-US" dirty="0"/>
              <a:t> </a:t>
            </a:r>
            <a:r>
              <a:rPr lang="en-US" dirty="0" err="1"/>
              <a:t>adat</a:t>
            </a:r>
            <a:r>
              <a:rPr lang="en-US" dirty="0"/>
              <a:t> </a:t>
            </a:r>
            <a:r>
              <a:rPr lang="en-US" b="1" dirty="0" err="1"/>
              <a:t>később</a:t>
            </a:r>
            <a:r>
              <a:rPr lang="en-US" dirty="0"/>
              <a:t>, </a:t>
            </a:r>
            <a:r>
              <a:rPr lang="en-US" dirty="0" err="1"/>
              <a:t>az</a:t>
            </a:r>
            <a:r>
              <a:rPr lang="en-US" dirty="0"/>
              <a:t> </a:t>
            </a:r>
            <a:r>
              <a:rPr lang="en-US" dirty="0" err="1"/>
              <a:t>időben</a:t>
            </a:r>
            <a:r>
              <a:rPr lang="en-US" dirty="0"/>
              <a:t> fog </a:t>
            </a:r>
            <a:r>
              <a:rPr lang="en-US" dirty="0" err="1"/>
              <a:t>megérkezni</a:t>
            </a:r>
            <a:r>
              <a:rPr lang="en-US" dirty="0"/>
              <a:t>.</a:t>
            </a:r>
            <a:endParaRPr lang="hu-HU" dirty="0"/>
          </a:p>
          <a:p>
            <a:endParaRPr lang="hu-HU" b="0" dirty="0"/>
          </a:p>
          <a:p>
            <a:r>
              <a:rPr lang="en-US" dirty="0"/>
              <a:t>Az, </a:t>
            </a:r>
            <a:r>
              <a:rPr lang="en-US" dirty="0" err="1"/>
              <a:t>hogy</a:t>
            </a:r>
            <a:r>
              <a:rPr lang="en-US" dirty="0"/>
              <a:t> </a:t>
            </a:r>
            <a:r>
              <a:rPr lang="en-US" dirty="0" err="1"/>
              <a:t>az</a:t>
            </a:r>
            <a:r>
              <a:rPr lang="en-US" dirty="0"/>
              <a:t> Observable </a:t>
            </a:r>
            <a:r>
              <a:rPr lang="en-US" i="1" dirty="0"/>
              <a:t>lazy</a:t>
            </a:r>
            <a:r>
              <a:rPr lang="en-US" dirty="0"/>
              <a:t>, </a:t>
            </a:r>
            <a:r>
              <a:rPr lang="en-US" dirty="0" err="1"/>
              <a:t>azt</a:t>
            </a:r>
            <a:r>
              <a:rPr lang="en-US" dirty="0"/>
              <a:t> </a:t>
            </a:r>
            <a:r>
              <a:rPr lang="en-US" dirty="0" err="1"/>
              <a:t>jelenti</a:t>
            </a:r>
            <a:r>
              <a:rPr lang="en-US" dirty="0"/>
              <a:t>, </a:t>
            </a:r>
            <a:r>
              <a:rPr lang="en-US" dirty="0" err="1"/>
              <a:t>hogy</a:t>
            </a:r>
            <a:r>
              <a:rPr lang="hu-HU" dirty="0"/>
              <a:t> </a:t>
            </a:r>
            <a:r>
              <a:rPr lang="en-US" dirty="0"/>
              <a:t>a </a:t>
            </a:r>
            <a:r>
              <a:rPr lang="en-US" dirty="0" err="1"/>
              <a:t>kód</a:t>
            </a:r>
            <a:r>
              <a:rPr lang="en-US" dirty="0"/>
              <a:t> </a:t>
            </a:r>
            <a:r>
              <a:rPr lang="en-US" b="1" dirty="0" err="1"/>
              <a:t>nem</a:t>
            </a:r>
            <a:r>
              <a:rPr lang="en-US" b="1" dirty="0"/>
              <a:t> </a:t>
            </a:r>
            <a:r>
              <a:rPr lang="en-US" b="1" dirty="0" err="1"/>
              <a:t>indul</a:t>
            </a:r>
            <a:r>
              <a:rPr lang="en-US" b="1" dirty="0"/>
              <a:t> </a:t>
            </a:r>
            <a:r>
              <a:rPr lang="en-US" b="1" dirty="0" err="1"/>
              <a:t>el</a:t>
            </a:r>
            <a:r>
              <a:rPr lang="en-US" b="1" dirty="0"/>
              <a:t> azonal</a:t>
            </a:r>
            <a:r>
              <a:rPr lang="hu-HU" b="1" dirty="0"/>
              <a:t>, </a:t>
            </a:r>
            <a:r>
              <a:rPr lang="en-US" dirty="0" err="1"/>
              <a:t>csak</a:t>
            </a:r>
            <a:r>
              <a:rPr lang="en-US" dirty="0"/>
              <a:t> </a:t>
            </a:r>
            <a:r>
              <a:rPr lang="en-US" dirty="0" err="1"/>
              <a:t>akkor</a:t>
            </a:r>
            <a:r>
              <a:rPr lang="en-US" dirty="0"/>
              <a:t> </a:t>
            </a:r>
            <a:r>
              <a:rPr lang="en-US" dirty="0" err="1"/>
              <a:t>aktiválódik</a:t>
            </a:r>
            <a:r>
              <a:rPr lang="en-US" dirty="0"/>
              <a:t>, </a:t>
            </a:r>
            <a:r>
              <a:rPr lang="en-US" dirty="0" err="1"/>
              <a:t>amikor</a:t>
            </a:r>
            <a:r>
              <a:rPr lang="en-US" dirty="0"/>
              <a:t> </a:t>
            </a:r>
            <a:r>
              <a:rPr lang="en-US" b="1" dirty="0" err="1"/>
              <a:t>feliratkozunk</a:t>
            </a:r>
            <a:r>
              <a:rPr lang="en-US" b="1" dirty="0"/>
              <a:t> </a:t>
            </a:r>
            <a:r>
              <a:rPr lang="en-US" b="1" dirty="0" err="1"/>
              <a:t>rá</a:t>
            </a:r>
            <a:r>
              <a:rPr lang="hu-HU" b="1" dirty="0"/>
              <a:t>. </a:t>
            </a:r>
            <a:r>
              <a:rPr lang="hu-HU" b="0" dirty="0"/>
              <a:t>Így</a:t>
            </a:r>
            <a:r>
              <a:rPr lang="hu-HU" b="1" dirty="0"/>
              <a:t> </a:t>
            </a:r>
            <a:r>
              <a:rPr lang="hu-HU" b="0" dirty="0"/>
              <a:t>a</a:t>
            </a:r>
            <a:r>
              <a:rPr lang="es-ES" dirty="0"/>
              <a:t> </a:t>
            </a:r>
            <a:r>
              <a:rPr lang="es-ES" dirty="0" err="1"/>
              <a:t>tényleges</a:t>
            </a:r>
            <a:r>
              <a:rPr lang="es-ES" dirty="0"/>
              <a:t> </a:t>
            </a:r>
            <a:r>
              <a:rPr lang="es-ES" dirty="0" err="1"/>
              <a:t>kérés</a:t>
            </a:r>
            <a:r>
              <a:rPr lang="es-ES" dirty="0"/>
              <a:t> </a:t>
            </a:r>
            <a:r>
              <a:rPr lang="es-ES" dirty="0" err="1"/>
              <a:t>csak</a:t>
            </a:r>
            <a:r>
              <a:rPr lang="es-ES" dirty="0"/>
              <a:t> a </a:t>
            </a:r>
            <a:r>
              <a:rPr lang="es-E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subscribe</a:t>
            </a:r>
            <a:r>
              <a:rPr lang="es-ES" dirty="0"/>
              <a:t>-</a:t>
            </a:r>
            <a:r>
              <a:rPr lang="es-ES" dirty="0" err="1"/>
              <a:t>nál</a:t>
            </a:r>
            <a:r>
              <a:rPr lang="es-ES" dirty="0"/>
              <a:t> </a:t>
            </a:r>
            <a:r>
              <a:rPr lang="es-ES" dirty="0" err="1"/>
              <a:t>indul</a:t>
            </a:r>
            <a:r>
              <a:rPr lang="es-ES" dirty="0"/>
              <a:t> el</a:t>
            </a:r>
            <a:r>
              <a:rPr lang="hu-HU" dirty="0"/>
              <a:t>.</a:t>
            </a:r>
          </a:p>
          <a:p>
            <a:endParaRPr lang="hu-HU" dirty="0"/>
          </a:p>
          <a:p>
            <a:r>
              <a:rPr lang="en-US" dirty="0" err="1"/>
              <a:t>Amikor</a:t>
            </a:r>
            <a:r>
              <a:rPr lang="en-US" dirty="0"/>
              <a:t> </a:t>
            </a:r>
            <a:r>
              <a:rPr lang="en-US" dirty="0" err="1"/>
              <a:t>meghívjuk</a:t>
            </a:r>
            <a:r>
              <a:rPr lang="en-US" dirty="0"/>
              <a:t> a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subscribe</a:t>
            </a:r>
            <a:r>
              <a:rPr lang="en-US" dirty="0"/>
              <a:t>-</a:t>
            </a:r>
            <a:r>
              <a:rPr lang="en-US" dirty="0" err="1"/>
              <a:t>ot</a:t>
            </a:r>
            <a:r>
              <a:rPr lang="en-US" dirty="0"/>
              <a:t>, </a:t>
            </a:r>
            <a:r>
              <a:rPr lang="en-US" dirty="0" err="1"/>
              <a:t>akkor</a:t>
            </a:r>
            <a:r>
              <a:rPr lang="en-US" dirty="0"/>
              <a:t> </a:t>
            </a:r>
            <a:r>
              <a:rPr lang="en-US" dirty="0" err="1"/>
              <a:t>három</a:t>
            </a:r>
            <a:r>
              <a:rPr lang="en-US" dirty="0"/>
              <a:t> </a:t>
            </a:r>
            <a:r>
              <a:rPr lang="en-US" dirty="0" err="1"/>
              <a:t>dolog</a:t>
            </a:r>
            <a:r>
              <a:rPr lang="en-US" dirty="0"/>
              <a:t> </a:t>
            </a:r>
            <a:r>
              <a:rPr lang="en-US" dirty="0" err="1"/>
              <a:t>történik</a:t>
            </a:r>
            <a:r>
              <a:rPr lang="en-US" dirty="0"/>
              <a:t> </a:t>
            </a:r>
            <a:r>
              <a:rPr lang="en-US" dirty="0" err="1"/>
              <a:t>egyszerre</a:t>
            </a:r>
            <a:r>
              <a:rPr lang="en-US" dirty="0"/>
              <a:t>:</a:t>
            </a:r>
          </a:p>
          <a:p>
            <a:r>
              <a:rPr lang="hu-HU" dirty="0"/>
              <a:t>- </a:t>
            </a:r>
            <a:r>
              <a:rPr lang="en-US" dirty="0" err="1"/>
              <a:t>feliratkozunk</a:t>
            </a:r>
            <a:r>
              <a:rPr lang="en-US" dirty="0"/>
              <a:t> </a:t>
            </a:r>
            <a:r>
              <a:rPr lang="en-US" dirty="0" err="1"/>
              <a:t>az</a:t>
            </a:r>
            <a:r>
              <a:rPr lang="en-US" dirty="0"/>
              <a:t> </a:t>
            </a:r>
            <a:r>
              <a:rPr lang="en-US" dirty="0" err="1"/>
              <a:t>adatfolyamra</a:t>
            </a:r>
            <a:endParaRPr lang="hu-HU" dirty="0"/>
          </a:p>
          <a:p>
            <a:r>
              <a:rPr lang="hu-HU" dirty="0"/>
              <a:t>- </a:t>
            </a:r>
            <a:r>
              <a:rPr lang="en-US" dirty="0" err="1"/>
              <a:t>elindul</a:t>
            </a:r>
            <a:r>
              <a:rPr lang="en-US" dirty="0"/>
              <a:t> a HTTP </a:t>
            </a:r>
            <a:r>
              <a:rPr lang="en-US" dirty="0" err="1"/>
              <a:t>kérés</a:t>
            </a:r>
            <a:endParaRPr lang="en-US" dirty="0"/>
          </a:p>
          <a:p>
            <a:r>
              <a:rPr lang="hu-HU" dirty="0"/>
              <a:t>- </a:t>
            </a:r>
            <a:r>
              <a:rPr lang="en-US" dirty="0" err="1"/>
              <a:t>megadjuk</a:t>
            </a:r>
            <a:r>
              <a:rPr lang="en-US" dirty="0"/>
              <a:t>, </a:t>
            </a:r>
            <a:r>
              <a:rPr lang="en-US" dirty="0" err="1"/>
              <a:t>hogyan</a:t>
            </a:r>
            <a:r>
              <a:rPr lang="en-US" dirty="0"/>
              <a:t> </a:t>
            </a:r>
            <a:r>
              <a:rPr lang="en-US" dirty="0" err="1"/>
              <a:t>reagáljunk</a:t>
            </a:r>
            <a:r>
              <a:rPr lang="en-US" dirty="0"/>
              <a:t> </a:t>
            </a:r>
            <a:r>
              <a:rPr lang="en-US" dirty="0" err="1"/>
              <a:t>az</a:t>
            </a:r>
            <a:r>
              <a:rPr lang="en-US" dirty="0"/>
              <a:t> </a:t>
            </a:r>
            <a:r>
              <a:rPr lang="en-US" dirty="0" err="1"/>
              <a:t>eseményekre</a:t>
            </a:r>
            <a:r>
              <a:rPr lang="hu-HU" dirty="0"/>
              <a:t> (</a:t>
            </a:r>
            <a:r>
              <a:rPr lang="hu-HU" dirty="0" err="1"/>
              <a:t>next</a:t>
            </a:r>
            <a:r>
              <a:rPr lang="hu-HU" dirty="0"/>
              <a:t>, </a:t>
            </a:r>
            <a:r>
              <a:rPr lang="hu-HU" dirty="0" err="1"/>
              <a:t>error</a:t>
            </a:r>
            <a:r>
              <a:rPr lang="hu-HU" dirty="0"/>
              <a:t> és </a:t>
            </a:r>
            <a:r>
              <a:rPr lang="hu-HU" dirty="0" err="1"/>
              <a:t>complete</a:t>
            </a:r>
            <a:r>
              <a:rPr lang="hu-HU" dirty="0"/>
              <a:t> eseménykezelők)</a:t>
            </a:r>
            <a:endParaRPr lang="en-US" dirty="0"/>
          </a:p>
          <a:p>
            <a:endParaRPr lang="hu-HU" dirty="0"/>
          </a:p>
          <a:p>
            <a:r>
              <a:rPr lang="en-US" dirty="0"/>
              <a:t>A </a:t>
            </a:r>
            <a:r>
              <a:rPr 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next</a:t>
            </a:r>
            <a:r>
              <a:rPr lang="en-US" dirty="0"/>
              <a:t> callback </a:t>
            </a:r>
            <a:r>
              <a:rPr lang="en-US" dirty="0" err="1"/>
              <a:t>akkor</a:t>
            </a:r>
            <a:r>
              <a:rPr lang="en-US" dirty="0"/>
              <a:t> </a:t>
            </a:r>
            <a:r>
              <a:rPr lang="en-US" dirty="0" err="1"/>
              <a:t>fut</a:t>
            </a:r>
            <a:r>
              <a:rPr lang="en-US" dirty="0"/>
              <a:t> le, </a:t>
            </a:r>
            <a:r>
              <a:rPr lang="en-US" dirty="0" err="1"/>
              <a:t>amikor</a:t>
            </a:r>
            <a:r>
              <a:rPr lang="en-US" dirty="0"/>
              <a:t> a backend </a:t>
            </a:r>
            <a:r>
              <a:rPr lang="en-US" b="1" dirty="0" err="1"/>
              <a:t>sikeresen</a:t>
            </a:r>
            <a:r>
              <a:rPr lang="en-US" b="1" dirty="0"/>
              <a:t> </a:t>
            </a:r>
            <a:r>
              <a:rPr lang="en-US" b="1" dirty="0" err="1"/>
              <a:t>visszaküldi</a:t>
            </a:r>
            <a:r>
              <a:rPr lang="en-US" b="1" dirty="0"/>
              <a:t> </a:t>
            </a:r>
            <a:r>
              <a:rPr lang="en-US" b="1" dirty="0" err="1"/>
              <a:t>az</a:t>
            </a:r>
            <a:r>
              <a:rPr lang="en-US" b="1" dirty="0"/>
              <a:t> </a:t>
            </a:r>
            <a:r>
              <a:rPr lang="en-US" b="1" dirty="0" err="1"/>
              <a:t>adatot</a:t>
            </a:r>
            <a:r>
              <a:rPr lang="hu-HU" b="1" dirty="0"/>
              <a:t>. </a:t>
            </a:r>
            <a:r>
              <a:rPr lang="en-US" dirty="0"/>
              <a:t>HTTP-</a:t>
            </a:r>
            <a:r>
              <a:rPr lang="en-US" dirty="0" err="1"/>
              <a:t>nél</a:t>
            </a:r>
            <a:r>
              <a:rPr lang="en-US" dirty="0"/>
              <a:t> a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next</a:t>
            </a:r>
            <a:r>
              <a:rPr lang="en-US" dirty="0"/>
              <a:t> </a:t>
            </a:r>
            <a:r>
              <a:rPr lang="en-US" dirty="0" err="1"/>
              <a:t>általában</a:t>
            </a:r>
            <a:r>
              <a:rPr lang="en-US" dirty="0"/>
              <a:t> </a:t>
            </a:r>
            <a:r>
              <a:rPr lang="en-US" b="1" dirty="0" err="1"/>
              <a:t>egyszer</a:t>
            </a:r>
            <a:r>
              <a:rPr lang="en-US" b="1" dirty="0"/>
              <a:t> </a:t>
            </a:r>
            <a:r>
              <a:rPr lang="en-US" b="1" dirty="0" err="1"/>
              <a:t>fut</a:t>
            </a:r>
            <a:r>
              <a:rPr lang="en-US" b="1" dirty="0"/>
              <a:t> le</a:t>
            </a:r>
            <a:r>
              <a:rPr lang="en-US" dirty="0"/>
              <a:t>, de </a:t>
            </a:r>
            <a:r>
              <a:rPr lang="en-US" dirty="0" err="1"/>
              <a:t>az</a:t>
            </a:r>
            <a:r>
              <a:rPr lang="en-US" dirty="0"/>
              <a:t> Observable </a:t>
            </a:r>
            <a:r>
              <a:rPr lang="en-US" dirty="0" err="1"/>
              <a:t>modell</a:t>
            </a:r>
            <a:r>
              <a:rPr lang="en-US" dirty="0"/>
              <a:t> </a:t>
            </a:r>
            <a:r>
              <a:rPr lang="en-US" dirty="0" err="1"/>
              <a:t>lehetőséget</a:t>
            </a:r>
            <a:r>
              <a:rPr lang="en-US" dirty="0"/>
              <a:t> </a:t>
            </a:r>
            <a:r>
              <a:rPr lang="en-US" dirty="0" err="1"/>
              <a:t>adna</a:t>
            </a:r>
            <a:r>
              <a:rPr lang="en-US" dirty="0"/>
              <a:t> </a:t>
            </a:r>
            <a:r>
              <a:rPr lang="en-US" dirty="0" err="1"/>
              <a:t>többszöri</a:t>
            </a:r>
            <a:r>
              <a:rPr lang="en-US" dirty="0"/>
              <a:t> </a:t>
            </a:r>
            <a:r>
              <a:rPr lang="en-US" dirty="0" err="1"/>
              <a:t>értékre</a:t>
            </a:r>
            <a:r>
              <a:rPr lang="en-US" dirty="0"/>
              <a:t> is.</a:t>
            </a:r>
            <a:endParaRPr lang="hu-HU" dirty="0"/>
          </a:p>
          <a:p>
            <a:endParaRPr lang="hu-HU" b="0" dirty="0"/>
          </a:p>
          <a:p>
            <a:r>
              <a:rPr lang="en-US" dirty="0"/>
              <a:t>Ha a HTTP </a:t>
            </a:r>
            <a:r>
              <a:rPr lang="en-US" dirty="0" err="1"/>
              <a:t>kérés</a:t>
            </a:r>
            <a:r>
              <a:rPr lang="en-US" dirty="0"/>
              <a:t> </a:t>
            </a:r>
            <a:r>
              <a:rPr lang="en-US" dirty="0" err="1"/>
              <a:t>hibával</a:t>
            </a:r>
            <a:r>
              <a:rPr lang="en-US" dirty="0"/>
              <a:t> </a:t>
            </a:r>
            <a:r>
              <a:rPr lang="en-US" dirty="0" err="1"/>
              <a:t>tér</a:t>
            </a:r>
            <a:r>
              <a:rPr lang="en-US" dirty="0"/>
              <a:t> </a:t>
            </a:r>
            <a:r>
              <a:rPr lang="en-US" dirty="0" err="1"/>
              <a:t>vissza</a:t>
            </a:r>
            <a:r>
              <a:rPr lang="hu-HU" dirty="0"/>
              <a:t>, akkor </a:t>
            </a:r>
            <a:r>
              <a:rPr lang="en-US" b="1" dirty="0" err="1"/>
              <a:t>nem</a:t>
            </a:r>
            <a:r>
              <a:rPr lang="en-US" b="1" dirty="0"/>
              <a:t> a </a:t>
            </a:r>
            <a:r>
              <a:rPr 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next</a:t>
            </a:r>
            <a:r>
              <a:rPr lang="en-US" b="1" dirty="0"/>
              <a:t> </a:t>
            </a:r>
            <a:r>
              <a:rPr lang="en-US" b="1" dirty="0" err="1"/>
              <a:t>fut</a:t>
            </a:r>
            <a:r>
              <a:rPr lang="en-US" b="1" dirty="0"/>
              <a:t> le</a:t>
            </a:r>
            <a:r>
              <a:rPr lang="en-US" dirty="0"/>
              <a:t>, </a:t>
            </a:r>
            <a:r>
              <a:rPr lang="en-US" dirty="0" err="1"/>
              <a:t>hanem</a:t>
            </a:r>
            <a:r>
              <a:rPr lang="en-US" dirty="0"/>
              <a:t> </a:t>
            </a:r>
            <a:r>
              <a:rPr lang="en-US" dirty="0" err="1"/>
              <a:t>az</a:t>
            </a:r>
            <a:r>
              <a:rPr lang="en-US" dirty="0"/>
              <a:t> </a:t>
            </a:r>
            <a:r>
              <a:rPr 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error</a:t>
            </a:r>
            <a:r>
              <a:rPr lang="hu-H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callback</a:t>
            </a:r>
            <a:r>
              <a:rPr lang="hu-H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</a:p>
          <a:p>
            <a:endParaRPr lang="hu-HU" sz="1200" b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dirty="0"/>
              <a:t>A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complete</a:t>
            </a:r>
            <a:r>
              <a:rPr lang="en-US" dirty="0"/>
              <a:t> </a:t>
            </a:r>
            <a:r>
              <a:rPr lang="en-US" dirty="0" err="1"/>
              <a:t>azt</a:t>
            </a:r>
            <a:r>
              <a:rPr lang="en-US" dirty="0"/>
              <a:t> </a:t>
            </a:r>
            <a:r>
              <a:rPr lang="en-US" dirty="0" err="1"/>
              <a:t>jelzi</a:t>
            </a:r>
            <a:r>
              <a:rPr lang="en-US" dirty="0"/>
              <a:t>, </a:t>
            </a:r>
            <a:r>
              <a:rPr lang="en-US" dirty="0" err="1"/>
              <a:t>hogy</a:t>
            </a:r>
            <a:r>
              <a:rPr lang="hu-HU" dirty="0"/>
              <a:t> </a:t>
            </a:r>
            <a:r>
              <a:rPr lang="en-US" dirty="0" err="1"/>
              <a:t>az</a:t>
            </a:r>
            <a:r>
              <a:rPr lang="en-US" dirty="0"/>
              <a:t> </a:t>
            </a:r>
            <a:r>
              <a:rPr lang="en-US" dirty="0" err="1"/>
              <a:t>adatfolyam</a:t>
            </a:r>
            <a:r>
              <a:rPr lang="en-US" dirty="0"/>
              <a:t> </a:t>
            </a:r>
            <a:r>
              <a:rPr lang="en-US" dirty="0" err="1"/>
              <a:t>befejeződött</a:t>
            </a:r>
            <a:r>
              <a:rPr lang="hu-HU" dirty="0"/>
              <a:t>, és </a:t>
            </a:r>
            <a:r>
              <a:rPr lang="en-US" dirty="0" err="1"/>
              <a:t>több</a:t>
            </a:r>
            <a:r>
              <a:rPr lang="en-US" dirty="0"/>
              <a:t> </a:t>
            </a:r>
            <a:r>
              <a:rPr lang="en-US" dirty="0" err="1"/>
              <a:t>érték</a:t>
            </a:r>
            <a:r>
              <a:rPr lang="en-US" dirty="0"/>
              <a:t> </a:t>
            </a:r>
            <a:r>
              <a:rPr lang="en-US" b="1" dirty="0" err="1"/>
              <a:t>nem</a:t>
            </a:r>
            <a:r>
              <a:rPr lang="en-US" b="1" dirty="0"/>
              <a:t> fog </a:t>
            </a:r>
            <a:r>
              <a:rPr lang="en-US" b="1" dirty="0" err="1"/>
              <a:t>érkezni</a:t>
            </a:r>
            <a:r>
              <a:rPr lang="hu-HU" b="1" dirty="0"/>
              <a:t>. </a:t>
            </a:r>
            <a:r>
              <a:rPr lang="en-US" dirty="0"/>
              <a:t>HTTP </a:t>
            </a:r>
            <a:r>
              <a:rPr lang="en-US" dirty="0" err="1"/>
              <a:t>kérésnél</a:t>
            </a:r>
            <a:r>
              <a:rPr lang="en-US" dirty="0"/>
              <a:t> </a:t>
            </a:r>
            <a:r>
              <a:rPr lang="en-US" dirty="0" err="1"/>
              <a:t>ez</a:t>
            </a:r>
            <a:r>
              <a:rPr lang="en-US" dirty="0"/>
              <a:t> </a:t>
            </a:r>
            <a:r>
              <a:rPr lang="en-US" dirty="0" err="1"/>
              <a:t>automatikusan</a:t>
            </a:r>
            <a:r>
              <a:rPr lang="en-US" dirty="0"/>
              <a:t> </a:t>
            </a:r>
            <a:r>
              <a:rPr lang="en-US" dirty="0" err="1"/>
              <a:t>megtörténik</a:t>
            </a:r>
            <a:r>
              <a:rPr lang="en-US" dirty="0"/>
              <a:t> </a:t>
            </a:r>
            <a:r>
              <a:rPr lang="en-US" dirty="0" err="1"/>
              <a:t>az</a:t>
            </a:r>
            <a:r>
              <a:rPr lang="en-US" dirty="0"/>
              <a:t> </a:t>
            </a:r>
            <a:r>
              <a:rPr lang="en-US" dirty="0" err="1"/>
              <a:t>adat</a:t>
            </a:r>
            <a:r>
              <a:rPr lang="en-US" dirty="0"/>
              <a:t> </a:t>
            </a:r>
            <a:r>
              <a:rPr lang="en-US" dirty="0" err="1"/>
              <a:t>után</a:t>
            </a:r>
            <a:r>
              <a:rPr lang="en-US" dirty="0"/>
              <a:t>.</a:t>
            </a:r>
            <a:endParaRPr lang="hu-HU" dirty="0"/>
          </a:p>
          <a:p>
            <a:endParaRPr lang="hu-HU" dirty="0"/>
          </a:p>
          <a:p>
            <a:r>
              <a:rPr lang="hu-HU" dirty="0"/>
              <a:t>Röviden: </a:t>
            </a:r>
            <a:r>
              <a:rPr lang="en-US" dirty="0" err="1"/>
              <a:t>Angularban</a:t>
            </a:r>
            <a:r>
              <a:rPr lang="en-US" dirty="0"/>
              <a:t> a HTTP </a:t>
            </a:r>
            <a:r>
              <a:rPr lang="en-US" dirty="0" err="1"/>
              <a:t>kérés</a:t>
            </a:r>
            <a:r>
              <a:rPr lang="en-US" dirty="0"/>
              <a:t> </a:t>
            </a:r>
            <a:r>
              <a:rPr lang="en-US" dirty="0" err="1"/>
              <a:t>egy</a:t>
            </a:r>
            <a:r>
              <a:rPr lang="en-US" dirty="0"/>
              <a:t> Observable, </a:t>
            </a:r>
            <a:r>
              <a:rPr lang="en-US" dirty="0" err="1"/>
              <a:t>amely</a:t>
            </a:r>
            <a:r>
              <a:rPr lang="en-US" dirty="0"/>
              <a:t> </a:t>
            </a:r>
            <a:r>
              <a:rPr lang="en-US" dirty="0" err="1"/>
              <a:t>csak</a:t>
            </a:r>
            <a:r>
              <a:rPr lang="en-US" dirty="0"/>
              <a:t> </a:t>
            </a:r>
            <a:r>
              <a:rPr lang="en-US" dirty="0" err="1"/>
              <a:t>feliratkozáskor</a:t>
            </a:r>
            <a:r>
              <a:rPr lang="en-US" dirty="0"/>
              <a:t> </a:t>
            </a:r>
            <a:r>
              <a:rPr lang="en-US" dirty="0" err="1"/>
              <a:t>indul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, és </a:t>
            </a:r>
            <a:r>
              <a:rPr lang="en-US" dirty="0" err="1"/>
              <a:t>az</a:t>
            </a:r>
            <a:r>
              <a:rPr lang="en-US" dirty="0"/>
              <a:t> </a:t>
            </a:r>
            <a:r>
              <a:rPr lang="en-US" dirty="0" err="1"/>
              <a:t>adat</a:t>
            </a:r>
            <a:r>
              <a:rPr lang="en-US" dirty="0"/>
              <a:t>, a </a:t>
            </a:r>
            <a:r>
              <a:rPr lang="en-US" dirty="0" err="1"/>
              <a:t>hiba</a:t>
            </a:r>
            <a:r>
              <a:rPr lang="en-US" dirty="0"/>
              <a:t> </a:t>
            </a:r>
            <a:r>
              <a:rPr lang="en-US" dirty="0" err="1"/>
              <a:t>vagy</a:t>
            </a:r>
            <a:r>
              <a:rPr lang="en-US" dirty="0"/>
              <a:t> a </a:t>
            </a:r>
            <a:r>
              <a:rPr lang="en-US" dirty="0" err="1"/>
              <a:t>lezárás</a:t>
            </a:r>
            <a:r>
              <a:rPr lang="en-US" dirty="0"/>
              <a:t> </a:t>
            </a:r>
            <a:r>
              <a:rPr lang="en-US" dirty="0" err="1"/>
              <a:t>eseményként</a:t>
            </a:r>
            <a:r>
              <a:rPr lang="en-US" dirty="0"/>
              <a:t> </a:t>
            </a:r>
            <a:r>
              <a:rPr lang="en-US" dirty="0" err="1"/>
              <a:t>érkezik</a:t>
            </a:r>
            <a:r>
              <a:rPr lang="en-US" dirty="0"/>
              <a:t>.</a:t>
            </a:r>
          </a:p>
          <a:p>
            <a:endParaRPr lang="hu-HU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23EBC-67FA-4278-B97C-82D0A52FD2D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336643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 </a:t>
            </a:r>
            <a:r>
              <a:rPr lang="en-US" dirty="0" err="1"/>
              <a:t>egy</a:t>
            </a:r>
            <a:r>
              <a:rPr lang="en-US" dirty="0"/>
              <a:t> </a:t>
            </a:r>
            <a:r>
              <a:rPr lang="en-US" dirty="0" err="1"/>
              <a:t>olyan</a:t>
            </a:r>
            <a:r>
              <a:rPr lang="en-US" dirty="0"/>
              <a:t> </a:t>
            </a:r>
            <a:r>
              <a:rPr lang="en-US" dirty="0" err="1"/>
              <a:t>témához</a:t>
            </a:r>
            <a:r>
              <a:rPr lang="en-US" dirty="0"/>
              <a:t> </a:t>
            </a:r>
            <a:r>
              <a:rPr lang="en-US" dirty="0" err="1"/>
              <a:t>érkeztünk</a:t>
            </a:r>
            <a:r>
              <a:rPr lang="en-US" dirty="0"/>
              <a:t>, </a:t>
            </a:r>
            <a:r>
              <a:rPr lang="en-US" dirty="0" err="1"/>
              <a:t>amely</a:t>
            </a:r>
            <a:r>
              <a:rPr lang="en-US" dirty="0"/>
              <a:t> </a:t>
            </a:r>
            <a:r>
              <a:rPr lang="en-US" dirty="0" err="1"/>
              <a:t>minden</a:t>
            </a:r>
            <a:r>
              <a:rPr lang="en-US" dirty="0"/>
              <a:t> </a:t>
            </a:r>
            <a:r>
              <a:rPr lang="en-US" dirty="0" err="1"/>
              <a:t>valós</a:t>
            </a:r>
            <a:r>
              <a:rPr lang="en-US" dirty="0"/>
              <a:t> </a:t>
            </a:r>
            <a:r>
              <a:rPr lang="en-US" dirty="0" err="1"/>
              <a:t>alkalmazásban</a:t>
            </a:r>
            <a:r>
              <a:rPr lang="en-US" dirty="0"/>
              <a:t> </a:t>
            </a:r>
            <a:r>
              <a:rPr lang="en-US" b="1" dirty="0" err="1"/>
              <a:t>kritikus</a:t>
            </a:r>
            <a:r>
              <a:rPr lang="en-US" dirty="0"/>
              <a:t>, </a:t>
            </a:r>
            <a:r>
              <a:rPr lang="en-US" dirty="0" err="1"/>
              <a:t>mégis</a:t>
            </a:r>
            <a:r>
              <a:rPr lang="en-US" dirty="0"/>
              <a:t> </a:t>
            </a:r>
            <a:r>
              <a:rPr lang="en-US" dirty="0" err="1"/>
              <a:t>sokszor</a:t>
            </a:r>
            <a:r>
              <a:rPr lang="en-US" dirty="0"/>
              <a:t> </a:t>
            </a:r>
            <a:r>
              <a:rPr lang="en-US" dirty="0" err="1"/>
              <a:t>alulértékelt</a:t>
            </a:r>
            <a:r>
              <a:rPr lang="en-US" dirty="0"/>
              <a:t>: </a:t>
            </a:r>
            <a:r>
              <a:rPr lang="en-US" dirty="0" err="1"/>
              <a:t>ez</a:t>
            </a:r>
            <a:r>
              <a:rPr lang="en-US" dirty="0"/>
              <a:t> a </a:t>
            </a:r>
            <a:r>
              <a:rPr lang="en-US" b="1" dirty="0" err="1"/>
              <a:t>hibakezelés</a:t>
            </a:r>
            <a:r>
              <a:rPr lang="en-US" dirty="0"/>
              <a:t>.</a:t>
            </a:r>
            <a:r>
              <a:rPr lang="hu-HU" dirty="0"/>
              <a:t> </a:t>
            </a:r>
            <a:r>
              <a:rPr lang="en-US" dirty="0"/>
              <a:t>Egy </a:t>
            </a:r>
            <a:r>
              <a:rPr lang="en-US" dirty="0" err="1"/>
              <a:t>jól</a:t>
            </a:r>
            <a:r>
              <a:rPr lang="en-US" dirty="0"/>
              <a:t> </a:t>
            </a:r>
            <a:r>
              <a:rPr lang="en-US" dirty="0" err="1"/>
              <a:t>megírt</a:t>
            </a:r>
            <a:r>
              <a:rPr lang="en-US" dirty="0"/>
              <a:t> Angular </a:t>
            </a:r>
            <a:r>
              <a:rPr lang="en-US" dirty="0" err="1"/>
              <a:t>alkalmazás</a:t>
            </a:r>
            <a:r>
              <a:rPr lang="en-US" dirty="0"/>
              <a:t> </a:t>
            </a:r>
            <a:r>
              <a:rPr lang="en-US" dirty="0" err="1"/>
              <a:t>nem</a:t>
            </a:r>
            <a:r>
              <a:rPr lang="en-US" dirty="0"/>
              <a:t> </a:t>
            </a:r>
            <a:r>
              <a:rPr lang="en-US" dirty="0" err="1"/>
              <a:t>attól</a:t>
            </a:r>
            <a:r>
              <a:rPr lang="en-US" dirty="0"/>
              <a:t> </a:t>
            </a:r>
            <a:r>
              <a:rPr lang="en-US" dirty="0" err="1"/>
              <a:t>jó</a:t>
            </a:r>
            <a:r>
              <a:rPr lang="en-US" dirty="0"/>
              <a:t>, </a:t>
            </a:r>
            <a:r>
              <a:rPr lang="en-US" dirty="0" err="1"/>
              <a:t>hogy</a:t>
            </a:r>
            <a:r>
              <a:rPr lang="en-US" dirty="0"/>
              <a:t> </a:t>
            </a:r>
            <a:r>
              <a:rPr lang="en-US" dirty="0" err="1"/>
              <a:t>soha</a:t>
            </a:r>
            <a:r>
              <a:rPr lang="en-US" dirty="0"/>
              <a:t> </a:t>
            </a:r>
            <a:r>
              <a:rPr lang="en-US" dirty="0" err="1"/>
              <a:t>nem</a:t>
            </a:r>
            <a:r>
              <a:rPr lang="en-US" dirty="0"/>
              <a:t> </a:t>
            </a:r>
            <a:r>
              <a:rPr lang="en-US" dirty="0" err="1"/>
              <a:t>hibázik</a:t>
            </a:r>
            <a:r>
              <a:rPr lang="en-US" dirty="0"/>
              <a:t>, </a:t>
            </a:r>
            <a:r>
              <a:rPr lang="en-US" dirty="0" err="1"/>
              <a:t>hanem</a:t>
            </a:r>
            <a:r>
              <a:rPr lang="en-US" dirty="0"/>
              <a:t> </a:t>
            </a:r>
            <a:r>
              <a:rPr lang="en-US" dirty="0" err="1"/>
              <a:t>attól</a:t>
            </a:r>
            <a:r>
              <a:rPr lang="en-US" dirty="0"/>
              <a:t>, </a:t>
            </a:r>
            <a:r>
              <a:rPr lang="en-US" dirty="0" err="1"/>
              <a:t>hogy</a:t>
            </a:r>
            <a:r>
              <a:rPr lang="en-US" dirty="0"/>
              <a:t> </a:t>
            </a:r>
            <a:r>
              <a:rPr lang="en-US" b="1" dirty="0" err="1"/>
              <a:t>kiszámíthatóan</a:t>
            </a:r>
            <a:r>
              <a:rPr lang="en-US" b="1" dirty="0"/>
              <a:t> és </a:t>
            </a:r>
            <a:r>
              <a:rPr lang="en-US" b="1" dirty="0" err="1"/>
              <a:t>kezelhetően</a:t>
            </a:r>
            <a:r>
              <a:rPr lang="en-US" b="1" dirty="0"/>
              <a:t> </a:t>
            </a:r>
            <a:r>
              <a:rPr lang="en-US" b="1" dirty="0" err="1"/>
              <a:t>reagál</a:t>
            </a:r>
            <a:r>
              <a:rPr lang="en-US" b="1" dirty="0"/>
              <a:t> a </a:t>
            </a:r>
            <a:r>
              <a:rPr lang="en-US" b="1" dirty="0" err="1"/>
              <a:t>hibákra</a:t>
            </a:r>
            <a:r>
              <a:rPr lang="en-US" dirty="0"/>
              <a:t>.</a:t>
            </a:r>
            <a:endParaRPr lang="hu-HU" dirty="0"/>
          </a:p>
          <a:p>
            <a:endParaRPr lang="hu-HU" dirty="0"/>
          </a:p>
          <a:p>
            <a:r>
              <a:rPr lang="en-US" dirty="0" err="1"/>
              <a:t>Amikor</a:t>
            </a:r>
            <a:r>
              <a:rPr lang="en-US" dirty="0"/>
              <a:t> </a:t>
            </a:r>
            <a:r>
              <a:rPr lang="en-US" dirty="0" err="1"/>
              <a:t>az</a:t>
            </a:r>
            <a:r>
              <a:rPr lang="en-US" dirty="0"/>
              <a:t> Angular </a:t>
            </a:r>
            <a:r>
              <a:rPr lang="en-US" dirty="0" err="1"/>
              <a:t>alkalmazás</a:t>
            </a:r>
            <a:r>
              <a:rPr lang="en-US" dirty="0"/>
              <a:t> HTTP </a:t>
            </a:r>
            <a:r>
              <a:rPr lang="en-US" dirty="0" err="1"/>
              <a:t>kéréseket</a:t>
            </a:r>
            <a:r>
              <a:rPr lang="en-US" dirty="0"/>
              <a:t> </a:t>
            </a:r>
            <a:r>
              <a:rPr lang="en-US" dirty="0" err="1"/>
              <a:t>küld</a:t>
            </a:r>
            <a:r>
              <a:rPr lang="en-US" dirty="0"/>
              <a:t>, </a:t>
            </a:r>
            <a:r>
              <a:rPr lang="en-US" dirty="0" err="1"/>
              <a:t>mindig</a:t>
            </a:r>
            <a:r>
              <a:rPr lang="en-US" dirty="0"/>
              <a:t> </a:t>
            </a:r>
            <a:r>
              <a:rPr lang="en-US" dirty="0" err="1"/>
              <a:t>számolnunk</a:t>
            </a:r>
            <a:r>
              <a:rPr lang="en-US" dirty="0"/>
              <a:t> </a:t>
            </a:r>
            <a:r>
              <a:rPr lang="en-US" dirty="0" err="1"/>
              <a:t>kell</a:t>
            </a:r>
            <a:r>
              <a:rPr lang="en-US" dirty="0"/>
              <a:t> </a:t>
            </a:r>
            <a:r>
              <a:rPr lang="en-US" dirty="0" err="1"/>
              <a:t>azzal</a:t>
            </a:r>
            <a:r>
              <a:rPr lang="en-US" dirty="0"/>
              <a:t>, </a:t>
            </a:r>
            <a:r>
              <a:rPr lang="en-US" dirty="0" err="1"/>
              <a:t>hogy</a:t>
            </a:r>
            <a:r>
              <a:rPr lang="en-US" dirty="0"/>
              <a:t> </a:t>
            </a:r>
            <a:r>
              <a:rPr lang="hu-HU" dirty="0"/>
              <a:t>„</a:t>
            </a:r>
            <a:r>
              <a:rPr lang="en-US" b="1" dirty="0" err="1"/>
              <a:t>valami</a:t>
            </a:r>
            <a:r>
              <a:rPr lang="en-US" b="1" dirty="0"/>
              <a:t> </a:t>
            </a:r>
            <a:r>
              <a:rPr lang="en-US" b="1" dirty="0" err="1"/>
              <a:t>elromolhat</a:t>
            </a:r>
            <a:r>
              <a:rPr lang="hu-HU" b="1" dirty="0"/>
              <a:t>”</a:t>
            </a:r>
            <a:r>
              <a:rPr lang="hu-HU" b="0" dirty="0"/>
              <a:t>.</a:t>
            </a:r>
          </a:p>
          <a:p>
            <a:endParaRPr lang="hu-HU" b="0" dirty="0"/>
          </a:p>
          <a:p>
            <a:r>
              <a:rPr lang="en-US" dirty="0"/>
              <a:t>Fontos </a:t>
            </a:r>
            <a:r>
              <a:rPr lang="en-US" dirty="0" err="1"/>
              <a:t>különbséget</a:t>
            </a:r>
            <a:r>
              <a:rPr lang="en-US" dirty="0"/>
              <a:t> </a:t>
            </a:r>
            <a:r>
              <a:rPr lang="en-US" dirty="0" err="1"/>
              <a:t>tenni</a:t>
            </a:r>
            <a:r>
              <a:rPr lang="en-US" dirty="0"/>
              <a:t> </a:t>
            </a:r>
            <a:r>
              <a:rPr lang="en-US" b="1" dirty="0" err="1"/>
              <a:t>kétféle</a:t>
            </a:r>
            <a:r>
              <a:rPr lang="en-US" b="1" dirty="0"/>
              <a:t> </a:t>
            </a:r>
            <a:r>
              <a:rPr lang="en-US" b="1" dirty="0" err="1"/>
              <a:t>hibatípus</a:t>
            </a:r>
            <a:r>
              <a:rPr lang="en-US" dirty="0"/>
              <a:t> </a:t>
            </a:r>
            <a:r>
              <a:rPr lang="en-US" dirty="0" err="1"/>
              <a:t>között</a:t>
            </a:r>
            <a:r>
              <a:rPr lang="hu-HU" dirty="0"/>
              <a:t>: backend hiba és a hálózati hiba. Mindkettőt le kell tudni helyesen kezelni.</a:t>
            </a:r>
            <a:endParaRPr lang="en-US" dirty="0"/>
          </a:p>
          <a:p>
            <a:endParaRPr lang="hu-HU" dirty="0"/>
          </a:p>
          <a:p>
            <a:r>
              <a:rPr lang="pt-BR" dirty="0"/>
              <a:t>A hibakezelés nem a komponens dolga</a:t>
            </a:r>
            <a:r>
              <a:rPr lang="hu-HU" dirty="0"/>
              <a:t>. A service felismeri a hibát, </a:t>
            </a:r>
            <a:r>
              <a:rPr lang="hu-HU" dirty="0" err="1"/>
              <a:t>logolhatja</a:t>
            </a:r>
            <a:r>
              <a:rPr lang="hu-HU" dirty="0"/>
              <a:t>, átalakíthatja felhasználó </a:t>
            </a:r>
            <a:r>
              <a:rPr lang="hu-HU"/>
              <a:t>barát formátumba, </a:t>
            </a:r>
            <a:r>
              <a:rPr lang="hu-HU" dirty="0"/>
              <a:t>stb. A komponens csak reagál, és megjeleníti a hibaüzenetet. </a:t>
            </a:r>
            <a:r>
              <a:rPr lang="en-US" dirty="0"/>
              <a:t>Ez </a:t>
            </a:r>
            <a:r>
              <a:rPr lang="en-US" dirty="0" err="1"/>
              <a:t>tiszta</a:t>
            </a:r>
            <a:r>
              <a:rPr lang="en-US" dirty="0"/>
              <a:t> </a:t>
            </a:r>
            <a:r>
              <a:rPr lang="en-US" dirty="0" err="1"/>
              <a:t>felelősségszétválasztás</a:t>
            </a:r>
            <a:r>
              <a:rPr lang="en-US" dirty="0"/>
              <a:t>.</a:t>
            </a:r>
            <a:endParaRPr lang="hu-HU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23EBC-67FA-4278-B97C-82D0A52FD2DA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828290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Az </a:t>
            </a:r>
            <a:r>
              <a:rPr lang="hu-HU" dirty="0" err="1"/>
              <a:t>interceptor</a:t>
            </a:r>
            <a:r>
              <a:rPr lang="hu-HU" dirty="0"/>
              <a:t> olyan, mint egy </a:t>
            </a:r>
            <a:r>
              <a:rPr lang="hu-HU" b="1" dirty="0"/>
              <a:t>szűrő</a:t>
            </a:r>
            <a:r>
              <a:rPr lang="hu-HU" dirty="0"/>
              <a:t> a HTTP forgalomban, minden kérés és válasz átfut rajta. Az </a:t>
            </a:r>
            <a:r>
              <a:rPr lang="hu-HU" dirty="0" err="1"/>
              <a:t>interceptor</a:t>
            </a:r>
            <a:r>
              <a:rPr lang="hu-HU" dirty="0"/>
              <a:t> e</a:t>
            </a:r>
            <a:r>
              <a:rPr lang="en-US" dirty="0" err="1"/>
              <a:t>gy</a:t>
            </a:r>
            <a:r>
              <a:rPr lang="en-US" dirty="0"/>
              <a:t> </a:t>
            </a:r>
            <a:r>
              <a:rPr lang="en-US" dirty="0" err="1"/>
              <a:t>speciális</a:t>
            </a:r>
            <a:r>
              <a:rPr lang="en-US" dirty="0"/>
              <a:t> Angular </a:t>
            </a:r>
            <a:r>
              <a:rPr lang="en-US" dirty="0" err="1"/>
              <a:t>mechanizmus</a:t>
            </a:r>
            <a:r>
              <a:rPr lang="en-US" dirty="0"/>
              <a:t>, </a:t>
            </a:r>
            <a:r>
              <a:rPr lang="en-US" dirty="0" err="1"/>
              <a:t>amely</a:t>
            </a:r>
            <a:r>
              <a:rPr lang="en-US" dirty="0"/>
              <a:t> </a:t>
            </a:r>
            <a:r>
              <a:rPr lang="en-US" dirty="0" err="1"/>
              <a:t>lehetővé</a:t>
            </a:r>
            <a:r>
              <a:rPr lang="en-US" dirty="0"/>
              <a:t> </a:t>
            </a:r>
            <a:r>
              <a:rPr lang="en-US" dirty="0" err="1"/>
              <a:t>teszi</a:t>
            </a:r>
            <a:r>
              <a:rPr lang="en-US" dirty="0"/>
              <a:t>, </a:t>
            </a:r>
            <a:r>
              <a:rPr lang="en-US" dirty="0" err="1"/>
              <a:t>hogy</a:t>
            </a:r>
            <a:r>
              <a:rPr lang="en-US" dirty="0"/>
              <a:t> </a:t>
            </a:r>
            <a:r>
              <a:rPr lang="en-US" b="1" dirty="0" err="1"/>
              <a:t>minden</a:t>
            </a:r>
            <a:r>
              <a:rPr lang="en-US" b="1" dirty="0"/>
              <a:t> HTTP </a:t>
            </a:r>
            <a:r>
              <a:rPr lang="en-US" b="1" dirty="0" err="1"/>
              <a:t>kérésre</a:t>
            </a:r>
            <a:r>
              <a:rPr lang="en-US" b="1" dirty="0"/>
              <a:t> és </a:t>
            </a:r>
            <a:r>
              <a:rPr lang="en-US" b="1" dirty="0" err="1"/>
              <a:t>válaszra</a:t>
            </a:r>
            <a:r>
              <a:rPr lang="en-US" dirty="0"/>
              <a:t> </a:t>
            </a:r>
            <a:r>
              <a:rPr lang="en-US" dirty="0" err="1"/>
              <a:t>központi</a:t>
            </a:r>
            <a:r>
              <a:rPr lang="en-US" dirty="0"/>
              <a:t> </a:t>
            </a:r>
            <a:r>
              <a:rPr lang="en-US" dirty="0" err="1"/>
              <a:t>szabályokat</a:t>
            </a:r>
            <a:r>
              <a:rPr lang="hu-HU" dirty="0"/>
              <a:t> </a:t>
            </a:r>
            <a:r>
              <a:rPr lang="en-US" dirty="0" err="1"/>
              <a:t>alkalmazzunk</a:t>
            </a:r>
            <a:r>
              <a:rPr lang="en-US" dirty="0"/>
              <a:t>.</a:t>
            </a:r>
            <a:endParaRPr lang="hu-HU" dirty="0"/>
          </a:p>
          <a:p>
            <a:endParaRPr lang="en-US" dirty="0"/>
          </a:p>
          <a:p>
            <a:r>
              <a:rPr lang="en-US" dirty="0" err="1"/>
              <a:t>Tipikus</a:t>
            </a:r>
            <a:r>
              <a:rPr lang="en-US" dirty="0"/>
              <a:t> </a:t>
            </a:r>
            <a:r>
              <a:rPr lang="en-US" dirty="0" err="1"/>
              <a:t>példák</a:t>
            </a:r>
            <a:r>
              <a:rPr lang="en-US" dirty="0"/>
              <a:t>:</a:t>
            </a:r>
          </a:p>
          <a:p>
            <a:r>
              <a:rPr lang="hu-HU" dirty="0"/>
              <a:t>- </a:t>
            </a:r>
            <a:r>
              <a:rPr lang="en-US" dirty="0" err="1"/>
              <a:t>hitelesítési</a:t>
            </a:r>
            <a:r>
              <a:rPr lang="en-US" dirty="0"/>
              <a:t> token </a:t>
            </a:r>
            <a:r>
              <a:rPr lang="en-US" dirty="0" err="1"/>
              <a:t>hozzáadása</a:t>
            </a:r>
            <a:endParaRPr lang="en-US" dirty="0"/>
          </a:p>
          <a:p>
            <a:r>
              <a:rPr lang="hu-HU" dirty="0"/>
              <a:t>- </a:t>
            </a:r>
            <a:r>
              <a:rPr lang="en-US" dirty="0" err="1"/>
              <a:t>naplózás</a:t>
            </a:r>
            <a:endParaRPr lang="en-US" dirty="0"/>
          </a:p>
          <a:p>
            <a:r>
              <a:rPr lang="hu-HU" dirty="0"/>
              <a:t>- </a:t>
            </a:r>
            <a:r>
              <a:rPr lang="en-US" dirty="0" err="1"/>
              <a:t>globális</a:t>
            </a:r>
            <a:r>
              <a:rPr lang="en-US" dirty="0"/>
              <a:t> </a:t>
            </a:r>
            <a:r>
              <a:rPr lang="en-US" dirty="0" err="1"/>
              <a:t>hibakezelés</a:t>
            </a:r>
            <a:endParaRPr lang="hu-HU" dirty="0"/>
          </a:p>
          <a:p>
            <a:endParaRPr lang="en-US" dirty="0"/>
          </a:p>
          <a:p>
            <a:r>
              <a:rPr lang="en-US" dirty="0"/>
              <a:t>Az interceptor </a:t>
            </a:r>
            <a:r>
              <a:rPr lang="en-US" dirty="0" err="1"/>
              <a:t>előnye</a:t>
            </a:r>
            <a:r>
              <a:rPr lang="en-US" dirty="0"/>
              <a:t>, </a:t>
            </a:r>
            <a:r>
              <a:rPr lang="en-US" dirty="0" err="1"/>
              <a:t>hogy</a:t>
            </a:r>
            <a:r>
              <a:rPr lang="en-US" dirty="0"/>
              <a:t> </a:t>
            </a:r>
            <a:r>
              <a:rPr lang="en-US" b="1" dirty="0" err="1"/>
              <a:t>nem</a:t>
            </a:r>
            <a:r>
              <a:rPr lang="en-US" b="1" dirty="0"/>
              <a:t> </a:t>
            </a:r>
            <a:r>
              <a:rPr lang="en-US" b="1" dirty="0" err="1"/>
              <a:t>kell</a:t>
            </a:r>
            <a:r>
              <a:rPr lang="en-US" b="1" dirty="0"/>
              <a:t> </a:t>
            </a:r>
            <a:r>
              <a:rPr lang="en-US" b="1" dirty="0" err="1"/>
              <a:t>minden</a:t>
            </a:r>
            <a:r>
              <a:rPr lang="en-US" b="1" dirty="0"/>
              <a:t> </a:t>
            </a:r>
            <a:r>
              <a:rPr lang="en-US" b="1" dirty="0" err="1"/>
              <a:t>egyes</a:t>
            </a:r>
            <a:r>
              <a:rPr lang="en-US" b="1" dirty="0"/>
              <a:t> service-ben </a:t>
            </a:r>
            <a:r>
              <a:rPr lang="en-US" b="1" dirty="0" err="1"/>
              <a:t>ugyanazt</a:t>
            </a:r>
            <a:r>
              <a:rPr lang="en-US" b="1" dirty="0"/>
              <a:t> a </a:t>
            </a:r>
            <a:r>
              <a:rPr lang="en-US" b="1" dirty="0" err="1"/>
              <a:t>kódot</a:t>
            </a:r>
            <a:r>
              <a:rPr lang="en-US" b="1" dirty="0"/>
              <a:t> </a:t>
            </a:r>
            <a:r>
              <a:rPr lang="en-US" b="1" dirty="0" err="1"/>
              <a:t>megismételni</a:t>
            </a:r>
            <a:r>
              <a:rPr lang="en-US" dirty="0"/>
              <a:t>. Egy </a:t>
            </a:r>
            <a:r>
              <a:rPr lang="en-US" dirty="0" err="1"/>
              <a:t>helyen</a:t>
            </a:r>
            <a:r>
              <a:rPr lang="en-US" dirty="0"/>
              <a:t> </a:t>
            </a:r>
            <a:r>
              <a:rPr lang="en-US" dirty="0" err="1"/>
              <a:t>definiáljuk</a:t>
            </a:r>
            <a:r>
              <a:rPr lang="en-US" dirty="0"/>
              <a:t> a </a:t>
            </a:r>
            <a:r>
              <a:rPr lang="en-US" dirty="0" err="1"/>
              <a:t>szabályokat</a:t>
            </a:r>
            <a:r>
              <a:rPr lang="en-US" dirty="0"/>
              <a:t>, és </a:t>
            </a:r>
            <a:r>
              <a:rPr lang="en-US" dirty="0" err="1"/>
              <a:t>az</a:t>
            </a:r>
            <a:r>
              <a:rPr lang="en-US" dirty="0"/>
              <a:t> Angular </a:t>
            </a:r>
            <a:r>
              <a:rPr lang="en-US" dirty="0" err="1"/>
              <a:t>automatikusan</a:t>
            </a:r>
            <a:r>
              <a:rPr lang="en-US" dirty="0"/>
              <a:t> </a:t>
            </a:r>
            <a:r>
              <a:rPr lang="en-US" dirty="0" err="1"/>
              <a:t>alkalmazza</a:t>
            </a:r>
            <a:r>
              <a:rPr lang="en-US" dirty="0"/>
              <a:t> </a:t>
            </a:r>
            <a:r>
              <a:rPr lang="en-US" dirty="0" err="1"/>
              <a:t>őket</a:t>
            </a:r>
            <a:r>
              <a:rPr lang="en-US" dirty="0"/>
              <a:t> </a:t>
            </a:r>
            <a:r>
              <a:rPr lang="en-US" dirty="0" err="1"/>
              <a:t>minden</a:t>
            </a:r>
            <a:r>
              <a:rPr lang="en-US" dirty="0"/>
              <a:t> </a:t>
            </a:r>
            <a:r>
              <a:rPr lang="en-US" dirty="0" err="1"/>
              <a:t>kérésnél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23EBC-67FA-4278-B97C-82D0A52FD2DA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215729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A </a:t>
            </a:r>
            <a:r>
              <a:rPr lang="hu-HU" dirty="0" err="1"/>
              <a:t>template</a:t>
            </a:r>
            <a:r>
              <a:rPr lang="hu-HU" dirty="0"/>
              <a:t> és a komponens kezeli a felhasználói felületet, az interakciókat, amikor adatra van </a:t>
            </a:r>
            <a:r>
              <a:rPr lang="hu-HU" dirty="0" err="1"/>
              <a:t>szüskég</a:t>
            </a:r>
            <a:r>
              <a:rPr lang="hu-HU" dirty="0"/>
              <a:t> a backend-</a:t>
            </a:r>
            <a:r>
              <a:rPr lang="hu-HU" dirty="0" err="1"/>
              <a:t>ről</a:t>
            </a:r>
            <a:r>
              <a:rPr lang="hu-HU" dirty="0"/>
              <a:t>, akkor  komponens a service-</a:t>
            </a:r>
            <a:r>
              <a:rPr lang="hu-HU" dirty="0" err="1"/>
              <a:t>hez</a:t>
            </a:r>
            <a:r>
              <a:rPr lang="hu-HU" dirty="0"/>
              <a:t> fordul, aki megvalósítja az adatkommunikációt a </a:t>
            </a:r>
            <a:r>
              <a:rPr lang="hu-HU" dirty="0" err="1"/>
              <a:t>HttpClient</a:t>
            </a:r>
            <a:r>
              <a:rPr lang="hu-HU" dirty="0"/>
              <a:t> segítségével. </a:t>
            </a:r>
          </a:p>
          <a:p>
            <a:endParaRPr lang="hu-HU" dirty="0"/>
          </a:p>
          <a:p>
            <a:r>
              <a:rPr lang="hu-HU" dirty="0"/>
              <a:t>A </a:t>
            </a:r>
            <a:r>
              <a:rPr lang="hu-HU" dirty="0" err="1"/>
              <a:t>HttpClient</a:t>
            </a:r>
            <a:r>
              <a:rPr lang="hu-HU" dirty="0"/>
              <a:t> valósítja meg a tényleges HTTP hívásokat a backend REST API felé. A HTTP kérés és válasz átfuthat </a:t>
            </a:r>
            <a:r>
              <a:rPr lang="hu-HU" dirty="0" err="1"/>
              <a:t>interceptorokon</a:t>
            </a:r>
            <a:r>
              <a:rPr lang="hu-HU" dirty="0"/>
              <a:t> (de ez nem mindig szükséges). A válasz </a:t>
            </a:r>
            <a:r>
              <a:rPr lang="hu-HU" dirty="0" err="1"/>
              <a:t>Observable</a:t>
            </a:r>
            <a:r>
              <a:rPr lang="hu-HU" dirty="0"/>
              <a:t>-ként érkezik, amiből a komponens megkapja az adatot.</a:t>
            </a:r>
          </a:p>
          <a:p>
            <a:endParaRPr lang="hu-HU" dirty="0"/>
          </a:p>
          <a:p>
            <a:r>
              <a:rPr lang="hu-HU" dirty="0"/>
              <a:t>A service-ben lévő függvények visszatérési értéke </a:t>
            </a:r>
            <a:r>
              <a:rPr lang="hu-HU" dirty="0" err="1"/>
              <a:t>Observable</a:t>
            </a:r>
            <a:r>
              <a:rPr lang="hu-HU" dirty="0"/>
              <a:t>, amit a komponens a feliratkozáshoz használ, hogy a </a:t>
            </a:r>
            <a:r>
              <a:rPr lang="hu-HU" dirty="0" err="1"/>
              <a:t>callback</a:t>
            </a:r>
            <a:r>
              <a:rPr lang="hu-HU" dirty="0"/>
              <a:t> eseménykezelőkben megkapja majd az adatot.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23EBC-67FA-4278-B97C-82D0A52FD2DA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693747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Ezen</a:t>
            </a:r>
            <a:r>
              <a:rPr lang="en-US" dirty="0"/>
              <a:t> a ponton </a:t>
            </a:r>
            <a:r>
              <a:rPr lang="en-US" dirty="0" err="1"/>
              <a:t>érdemes</a:t>
            </a:r>
            <a:r>
              <a:rPr lang="en-US" dirty="0"/>
              <a:t> </a:t>
            </a:r>
            <a:r>
              <a:rPr lang="en-US" dirty="0" err="1"/>
              <a:t>összefoglalni</a:t>
            </a:r>
            <a:r>
              <a:rPr lang="en-US" dirty="0"/>
              <a:t>, </a:t>
            </a:r>
            <a:r>
              <a:rPr lang="en-US" dirty="0" err="1"/>
              <a:t>hogyan</a:t>
            </a:r>
            <a:r>
              <a:rPr lang="en-US" dirty="0"/>
              <a:t> is </a:t>
            </a:r>
            <a:r>
              <a:rPr lang="en-US" dirty="0" err="1"/>
              <a:t>épül</a:t>
            </a:r>
            <a:r>
              <a:rPr lang="en-US" dirty="0"/>
              <a:t> </a:t>
            </a:r>
            <a:r>
              <a:rPr lang="en-US" dirty="0" err="1"/>
              <a:t>fel</a:t>
            </a:r>
            <a:r>
              <a:rPr lang="en-US" dirty="0"/>
              <a:t> </a:t>
            </a:r>
            <a:r>
              <a:rPr lang="en-US" b="0" dirty="0" err="1"/>
              <a:t>egy</a:t>
            </a:r>
            <a:r>
              <a:rPr lang="en-US" b="0" dirty="0"/>
              <a:t> </a:t>
            </a:r>
            <a:r>
              <a:rPr lang="en-US" b="0" dirty="0" err="1"/>
              <a:t>tipikus</a:t>
            </a:r>
            <a:r>
              <a:rPr lang="en-US" b="0" dirty="0"/>
              <a:t> Angular </a:t>
            </a:r>
            <a:r>
              <a:rPr lang="en-US" b="0" dirty="0" err="1"/>
              <a:t>alkalmazás</a:t>
            </a:r>
            <a:r>
              <a:rPr lang="en-US" b="0" dirty="0"/>
              <a:t> </a:t>
            </a:r>
            <a:r>
              <a:rPr lang="en-US" b="0" dirty="0" err="1"/>
              <a:t>adatkezelése</a:t>
            </a:r>
            <a:r>
              <a:rPr lang="en-US" b="0" dirty="0"/>
              <a:t> és </a:t>
            </a:r>
            <a:r>
              <a:rPr lang="en-US" b="0" dirty="0" err="1"/>
              <a:t>kommunikációja</a:t>
            </a:r>
            <a:r>
              <a:rPr lang="hu-HU" b="0" dirty="0"/>
              <a:t>.</a:t>
            </a:r>
          </a:p>
          <a:p>
            <a:endParaRPr lang="hu-HU" b="0" dirty="0"/>
          </a:p>
          <a:p>
            <a:r>
              <a:rPr lang="en-US" dirty="0"/>
              <a:t>A </a:t>
            </a:r>
            <a:r>
              <a:rPr lang="en-US" b="1" dirty="0" err="1"/>
              <a:t>komponens</a:t>
            </a:r>
            <a:r>
              <a:rPr lang="en-US" dirty="0"/>
              <a:t> </a:t>
            </a:r>
            <a:r>
              <a:rPr lang="en-US" dirty="0" err="1"/>
              <a:t>feladata</a:t>
            </a:r>
            <a:r>
              <a:rPr lang="en-US" dirty="0"/>
              <a:t> </a:t>
            </a:r>
            <a:r>
              <a:rPr lang="en-US" dirty="0" err="1"/>
              <a:t>kizárólag</a:t>
            </a:r>
            <a:r>
              <a:rPr lang="en-US" dirty="0"/>
              <a:t> a </a:t>
            </a:r>
            <a:r>
              <a:rPr lang="en-US" b="1" dirty="0" err="1"/>
              <a:t>felhasználói</a:t>
            </a:r>
            <a:r>
              <a:rPr lang="en-US" b="1" dirty="0"/>
              <a:t> </a:t>
            </a:r>
            <a:r>
              <a:rPr lang="en-US" b="1" dirty="0" err="1"/>
              <a:t>felület</a:t>
            </a:r>
            <a:r>
              <a:rPr lang="en-US" b="1" dirty="0"/>
              <a:t> </a:t>
            </a:r>
            <a:r>
              <a:rPr lang="en-US" b="1" dirty="0" err="1"/>
              <a:t>kezelése</a:t>
            </a:r>
            <a:r>
              <a:rPr lang="hu-HU" b="1" dirty="0"/>
              <a:t>.</a:t>
            </a:r>
            <a:r>
              <a:rPr lang="hu-HU" b="0" dirty="0"/>
              <a:t> </a:t>
            </a:r>
            <a:r>
              <a:rPr lang="hu-HU" dirty="0"/>
              <a:t>Nem tartalmaz üzleti logikát, nem hív direkt backend API-t, és nem ismeri a rendszer belső működését.</a:t>
            </a:r>
          </a:p>
          <a:p>
            <a:endParaRPr lang="hu-HU" dirty="0"/>
          </a:p>
          <a:p>
            <a:r>
              <a:rPr lang="en-US" dirty="0"/>
              <a:t>Az Angular </a:t>
            </a:r>
            <a:r>
              <a:rPr lang="en-US" dirty="0" err="1"/>
              <a:t>alkalmazás</a:t>
            </a:r>
            <a:r>
              <a:rPr lang="en-US" dirty="0"/>
              <a:t> </a:t>
            </a:r>
            <a:r>
              <a:rPr lang="en-US" dirty="0" err="1"/>
              <a:t>szíve</a:t>
            </a:r>
            <a:r>
              <a:rPr lang="en-US" dirty="0"/>
              <a:t> a </a:t>
            </a:r>
            <a:r>
              <a:rPr lang="en-US" b="1" dirty="0"/>
              <a:t>service</a:t>
            </a:r>
            <a:r>
              <a:rPr lang="en-US" dirty="0"/>
              <a:t>.</a:t>
            </a:r>
            <a:r>
              <a:rPr lang="hu-HU" dirty="0"/>
              <a:t> </a:t>
            </a:r>
            <a:r>
              <a:rPr lang="en-US" dirty="0"/>
              <a:t>Ide </a:t>
            </a:r>
            <a:r>
              <a:rPr lang="en-US" dirty="0" err="1"/>
              <a:t>kerül</a:t>
            </a:r>
            <a:r>
              <a:rPr lang="en-US" dirty="0"/>
              <a:t> </a:t>
            </a:r>
            <a:r>
              <a:rPr lang="en-US" dirty="0" err="1"/>
              <a:t>minden</a:t>
            </a:r>
            <a:r>
              <a:rPr lang="en-US" dirty="0"/>
              <a:t> </a:t>
            </a:r>
            <a:r>
              <a:rPr lang="en-US" dirty="0" err="1"/>
              <a:t>olyan</a:t>
            </a:r>
            <a:r>
              <a:rPr lang="en-US" dirty="0"/>
              <a:t> </a:t>
            </a:r>
            <a:r>
              <a:rPr lang="en-US" dirty="0" err="1"/>
              <a:t>kód</a:t>
            </a:r>
            <a:r>
              <a:rPr lang="en-US" dirty="0"/>
              <a:t>, </a:t>
            </a:r>
            <a:r>
              <a:rPr lang="en-US" dirty="0" err="1"/>
              <a:t>ami</a:t>
            </a:r>
            <a:r>
              <a:rPr lang="en-US" dirty="0"/>
              <a:t> </a:t>
            </a:r>
            <a:r>
              <a:rPr lang="en-US" b="0" dirty="0" err="1"/>
              <a:t>nem</a:t>
            </a:r>
            <a:r>
              <a:rPr lang="en-US" b="0" dirty="0"/>
              <a:t> a </a:t>
            </a:r>
            <a:r>
              <a:rPr lang="en-US" b="0" dirty="0" err="1"/>
              <a:t>felhasználói</a:t>
            </a:r>
            <a:r>
              <a:rPr lang="en-US" b="0" dirty="0"/>
              <a:t> </a:t>
            </a:r>
            <a:r>
              <a:rPr lang="en-US" b="0" dirty="0" err="1"/>
              <a:t>felülethez</a:t>
            </a:r>
            <a:r>
              <a:rPr lang="en-US" b="0" dirty="0"/>
              <a:t> </a:t>
            </a:r>
            <a:r>
              <a:rPr lang="en-US" b="0" dirty="0" err="1"/>
              <a:t>kötődik</a:t>
            </a:r>
            <a:r>
              <a:rPr lang="hu-HU" b="1" dirty="0"/>
              <a:t>. </a:t>
            </a:r>
            <a:r>
              <a:rPr lang="hu-HU" dirty="0"/>
              <a:t>A service célja, hogy a komponenseket </a:t>
            </a:r>
            <a:r>
              <a:rPr lang="hu-HU" b="1" dirty="0"/>
              <a:t>tehermentesítse</a:t>
            </a:r>
            <a:r>
              <a:rPr lang="hu-HU" dirty="0"/>
              <a:t>, és egy központi helyre szervezze a működést.</a:t>
            </a:r>
          </a:p>
          <a:p>
            <a:endParaRPr lang="hu-HU" dirty="0"/>
          </a:p>
          <a:p>
            <a:r>
              <a:rPr lang="en-US" dirty="0"/>
              <a:t>A service-ek </a:t>
            </a:r>
            <a:r>
              <a:rPr lang="en-US" dirty="0" err="1"/>
              <a:t>gyakran</a:t>
            </a:r>
            <a:r>
              <a:rPr lang="en-US" dirty="0"/>
              <a:t> a </a:t>
            </a:r>
            <a:r>
              <a:rPr lang="en-US" dirty="0" err="1"/>
              <a:t>backendhez</a:t>
            </a:r>
            <a:r>
              <a:rPr lang="en-US" dirty="0"/>
              <a:t> </a:t>
            </a:r>
            <a:r>
              <a:rPr lang="en-US" dirty="0" err="1"/>
              <a:t>kapcsolódnak</a:t>
            </a:r>
            <a:r>
              <a:rPr lang="en-US" dirty="0"/>
              <a:t>, és </a:t>
            </a:r>
            <a:r>
              <a:rPr lang="en-US" dirty="0" err="1"/>
              <a:t>ehhez</a:t>
            </a:r>
            <a:r>
              <a:rPr lang="en-US" dirty="0"/>
              <a:t> </a:t>
            </a:r>
            <a:r>
              <a:rPr lang="en-US" dirty="0" err="1"/>
              <a:t>az</a:t>
            </a:r>
            <a:r>
              <a:rPr lang="en-US" dirty="0"/>
              <a:t> Angular </a:t>
            </a:r>
            <a:r>
              <a:rPr lang="en-US" dirty="0" err="1"/>
              <a:t>az</a:t>
            </a:r>
            <a:r>
              <a:rPr lang="en-US" dirty="0"/>
              <a:t> </a:t>
            </a:r>
            <a:r>
              <a:rPr lang="en-US" b="1" dirty="0" err="1"/>
              <a:t>HttpClientet</a:t>
            </a:r>
            <a:r>
              <a:rPr lang="en-US" dirty="0"/>
              <a:t> </a:t>
            </a:r>
            <a:r>
              <a:rPr lang="en-US" dirty="0" err="1"/>
              <a:t>biztosítja</a:t>
            </a:r>
            <a:r>
              <a:rPr lang="hu-HU" dirty="0"/>
              <a:t>.</a:t>
            </a:r>
          </a:p>
          <a:p>
            <a:endParaRPr lang="hu-HU" dirty="0"/>
          </a:p>
          <a:p>
            <a:r>
              <a:rPr lang="en-US" dirty="0"/>
              <a:t>Minden HTTP </a:t>
            </a:r>
            <a:r>
              <a:rPr lang="en-US" dirty="0" err="1"/>
              <a:t>kérés</a:t>
            </a:r>
            <a:r>
              <a:rPr lang="en-US" dirty="0"/>
              <a:t> </a:t>
            </a:r>
            <a:r>
              <a:rPr lang="en-US" dirty="0" err="1"/>
              <a:t>Angularban</a:t>
            </a:r>
            <a:r>
              <a:rPr lang="en-US" dirty="0"/>
              <a:t> </a:t>
            </a:r>
            <a:r>
              <a:rPr lang="en-US" b="1" dirty="0"/>
              <a:t>Observable-t </a:t>
            </a:r>
            <a:r>
              <a:rPr lang="en-US" b="0" dirty="0"/>
              <a:t>ad </a:t>
            </a:r>
            <a:r>
              <a:rPr lang="en-US" b="0" dirty="0" err="1"/>
              <a:t>vissza</a:t>
            </a:r>
            <a:r>
              <a:rPr lang="en-US" dirty="0"/>
              <a:t>.</a:t>
            </a:r>
            <a:r>
              <a:rPr lang="hu-HU" dirty="0"/>
              <a:t> </a:t>
            </a:r>
            <a:r>
              <a:rPr lang="en-US" dirty="0"/>
              <a:t>Ez </a:t>
            </a:r>
            <a:r>
              <a:rPr lang="en-US" dirty="0" err="1"/>
              <a:t>azt</a:t>
            </a:r>
            <a:r>
              <a:rPr lang="en-US" dirty="0"/>
              <a:t> </a:t>
            </a:r>
            <a:r>
              <a:rPr lang="en-US" dirty="0" err="1"/>
              <a:t>jelenti</a:t>
            </a:r>
            <a:r>
              <a:rPr lang="en-US" dirty="0"/>
              <a:t>, </a:t>
            </a:r>
            <a:r>
              <a:rPr lang="en-US" dirty="0" err="1"/>
              <a:t>hogy</a:t>
            </a:r>
            <a:r>
              <a:rPr lang="en-US" dirty="0"/>
              <a:t> </a:t>
            </a:r>
            <a:r>
              <a:rPr lang="en-US" dirty="0" err="1"/>
              <a:t>az</a:t>
            </a:r>
            <a:r>
              <a:rPr lang="en-US" dirty="0"/>
              <a:t> </a:t>
            </a:r>
            <a:r>
              <a:rPr lang="en-US" dirty="0" err="1"/>
              <a:t>adat</a:t>
            </a:r>
            <a:r>
              <a:rPr lang="en-US" dirty="0"/>
              <a:t> </a:t>
            </a:r>
            <a:r>
              <a:rPr lang="en-US" b="0" dirty="0" err="1"/>
              <a:t>nem</a:t>
            </a:r>
            <a:r>
              <a:rPr lang="en-US" b="0" dirty="0"/>
              <a:t> </a:t>
            </a:r>
            <a:r>
              <a:rPr lang="en-US" b="0" dirty="0" err="1"/>
              <a:t>azonnal</a:t>
            </a:r>
            <a:r>
              <a:rPr lang="en-US" dirty="0"/>
              <a:t>, </a:t>
            </a:r>
            <a:r>
              <a:rPr lang="en-US" dirty="0" err="1"/>
              <a:t>hanem</a:t>
            </a:r>
            <a:r>
              <a:rPr lang="en-US" dirty="0"/>
              <a:t> </a:t>
            </a:r>
            <a:r>
              <a:rPr lang="en-US" dirty="0" err="1"/>
              <a:t>egy</a:t>
            </a:r>
            <a:r>
              <a:rPr lang="en-US" dirty="0"/>
              <a:t> </a:t>
            </a:r>
            <a:r>
              <a:rPr lang="en-US" b="1" dirty="0" err="1"/>
              <a:t>adatfolyam</a:t>
            </a:r>
            <a:r>
              <a:rPr lang="en-US" dirty="0"/>
              <a:t> </a:t>
            </a:r>
            <a:r>
              <a:rPr lang="en-US" dirty="0" err="1"/>
              <a:t>részeként</a:t>
            </a:r>
            <a:r>
              <a:rPr lang="en-US" dirty="0"/>
              <a:t> </a:t>
            </a:r>
            <a:r>
              <a:rPr lang="en-US" dirty="0" err="1"/>
              <a:t>érkezik</a:t>
            </a:r>
            <a:r>
              <a:rPr lang="en-US" dirty="0"/>
              <a:t> meg.</a:t>
            </a:r>
            <a:endParaRPr lang="hu-HU" dirty="0"/>
          </a:p>
          <a:p>
            <a:endParaRPr lang="hu-HU" dirty="0"/>
          </a:p>
          <a:p>
            <a:r>
              <a:rPr lang="en-US" dirty="0"/>
              <a:t>Az </a:t>
            </a:r>
            <a:r>
              <a:rPr lang="en-US" b="1" dirty="0"/>
              <a:t>interceptor</a:t>
            </a:r>
            <a:r>
              <a:rPr lang="en-US" dirty="0"/>
              <a:t> </a:t>
            </a:r>
            <a:r>
              <a:rPr lang="en-US" dirty="0" err="1"/>
              <a:t>egy</a:t>
            </a:r>
            <a:r>
              <a:rPr lang="en-US" dirty="0"/>
              <a:t> </a:t>
            </a:r>
            <a:r>
              <a:rPr lang="en-US" dirty="0" err="1"/>
              <a:t>speciális</a:t>
            </a:r>
            <a:r>
              <a:rPr lang="en-US" dirty="0"/>
              <a:t> Angular </a:t>
            </a:r>
            <a:r>
              <a:rPr lang="en-US" dirty="0" err="1"/>
              <a:t>mechanizmus</a:t>
            </a:r>
            <a:r>
              <a:rPr lang="en-US" dirty="0"/>
              <a:t>, </a:t>
            </a:r>
            <a:r>
              <a:rPr lang="en-US" dirty="0" err="1"/>
              <a:t>amely</a:t>
            </a:r>
            <a:r>
              <a:rPr lang="en-US" dirty="0"/>
              <a:t> </a:t>
            </a:r>
            <a:r>
              <a:rPr lang="en-US" dirty="0" err="1"/>
              <a:t>lehetővé</a:t>
            </a:r>
            <a:r>
              <a:rPr lang="en-US" dirty="0"/>
              <a:t> </a:t>
            </a:r>
            <a:r>
              <a:rPr lang="en-US" dirty="0" err="1"/>
              <a:t>teszi</a:t>
            </a:r>
            <a:r>
              <a:rPr lang="en-US" dirty="0"/>
              <a:t>, </a:t>
            </a:r>
            <a:r>
              <a:rPr lang="en-US" dirty="0" err="1"/>
              <a:t>hogy</a:t>
            </a:r>
            <a:r>
              <a:rPr lang="en-US" dirty="0"/>
              <a:t> </a:t>
            </a:r>
            <a:r>
              <a:rPr lang="en-US" b="1" dirty="0" err="1"/>
              <a:t>minden</a:t>
            </a:r>
            <a:r>
              <a:rPr lang="en-US" b="1" dirty="0"/>
              <a:t> HTTP </a:t>
            </a:r>
            <a:r>
              <a:rPr lang="en-US" b="1" dirty="0" err="1"/>
              <a:t>kérésre</a:t>
            </a:r>
            <a:r>
              <a:rPr lang="en-US" b="1" dirty="0"/>
              <a:t> és </a:t>
            </a:r>
            <a:r>
              <a:rPr lang="en-US" b="1" dirty="0" err="1"/>
              <a:t>válaszra</a:t>
            </a:r>
            <a:r>
              <a:rPr lang="en-US" dirty="0"/>
              <a:t> </a:t>
            </a:r>
            <a:r>
              <a:rPr lang="en-US" dirty="0" err="1"/>
              <a:t>központi</a:t>
            </a:r>
            <a:r>
              <a:rPr lang="en-US" dirty="0"/>
              <a:t> </a:t>
            </a:r>
            <a:r>
              <a:rPr lang="en-US" dirty="0" err="1"/>
              <a:t>szabályokat</a:t>
            </a:r>
            <a:r>
              <a:rPr lang="en-US" dirty="0"/>
              <a:t> </a:t>
            </a:r>
            <a:r>
              <a:rPr lang="en-US" dirty="0" err="1"/>
              <a:t>alkalmazzunk</a:t>
            </a:r>
            <a:r>
              <a:rPr lang="en-US" dirty="0"/>
              <a:t>.</a:t>
            </a:r>
            <a:endParaRPr lang="hu-HU" dirty="0"/>
          </a:p>
          <a:p>
            <a:endParaRPr lang="hu-HU" b="0" dirty="0"/>
          </a:p>
          <a:p>
            <a:r>
              <a:rPr lang="hu-HU" b="0" dirty="0"/>
              <a:t>Röviden, egy mondatban: </a:t>
            </a:r>
            <a:r>
              <a:rPr lang="en-US" dirty="0"/>
              <a:t>A </a:t>
            </a:r>
            <a:r>
              <a:rPr lang="en-US" dirty="0" err="1"/>
              <a:t>komponens</a:t>
            </a:r>
            <a:r>
              <a:rPr lang="en-US" dirty="0"/>
              <a:t> </a:t>
            </a:r>
            <a:r>
              <a:rPr lang="en-US" dirty="0" err="1"/>
              <a:t>reagál</a:t>
            </a:r>
            <a:r>
              <a:rPr lang="en-US" dirty="0"/>
              <a:t>, a service </a:t>
            </a:r>
            <a:r>
              <a:rPr lang="en-US" dirty="0" err="1"/>
              <a:t>dolgozik</a:t>
            </a:r>
            <a:r>
              <a:rPr lang="en-US" dirty="0"/>
              <a:t>, </a:t>
            </a:r>
            <a:r>
              <a:rPr lang="en-US" dirty="0" err="1"/>
              <a:t>az</a:t>
            </a:r>
            <a:r>
              <a:rPr lang="en-US" dirty="0"/>
              <a:t> </a:t>
            </a:r>
            <a:r>
              <a:rPr lang="en-US" dirty="0" err="1"/>
              <a:t>HttpClient</a:t>
            </a:r>
            <a:r>
              <a:rPr lang="en-US" dirty="0"/>
              <a:t> </a:t>
            </a:r>
            <a:r>
              <a:rPr lang="en-US" dirty="0" err="1"/>
              <a:t>kommunikál</a:t>
            </a:r>
            <a:r>
              <a:rPr lang="en-US" dirty="0"/>
              <a:t>, </a:t>
            </a:r>
            <a:r>
              <a:rPr lang="en-US" dirty="0" err="1"/>
              <a:t>az</a:t>
            </a:r>
            <a:r>
              <a:rPr lang="en-US" dirty="0"/>
              <a:t> Observable </a:t>
            </a:r>
            <a:r>
              <a:rPr lang="en-US" dirty="0" err="1"/>
              <a:t>közvetít</a:t>
            </a:r>
            <a:r>
              <a:rPr lang="en-US" dirty="0"/>
              <a:t>, </a:t>
            </a:r>
            <a:r>
              <a:rPr lang="en-US" dirty="0" err="1"/>
              <a:t>az</a:t>
            </a:r>
            <a:r>
              <a:rPr lang="en-US" dirty="0"/>
              <a:t> interceptor </a:t>
            </a:r>
            <a:r>
              <a:rPr lang="en-US" dirty="0" err="1"/>
              <a:t>szabályoz</a:t>
            </a:r>
            <a:r>
              <a:rPr lang="en-US" dirty="0"/>
              <a:t>.</a:t>
            </a:r>
            <a:endParaRPr lang="hu-HU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23EBC-67FA-4278-B97C-82D0A52FD2DA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20765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22210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249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44669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32891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79865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7214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64261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82129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8839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53798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23271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4/11/2026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2320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79" r:id="rId6"/>
    <p:sldLayoutId id="2147483675" r:id="rId7"/>
    <p:sldLayoutId id="2147483676" r:id="rId8"/>
    <p:sldLayoutId id="2147483677" r:id="rId9"/>
    <p:sldLayoutId id="2147483678" r:id="rId10"/>
    <p:sldLayoutId id="2147483680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FAF3766F-DEF3-4802-BB0D-7A18EDD970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7612390-7FD9-3A7E-F78F-3E71606EA9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7868" y="1052996"/>
            <a:ext cx="11165482" cy="2425796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</a:pPr>
            <a:r>
              <a:rPr lang="hu-HU" sz="4400" dirty="0" err="1"/>
              <a:t>Angular</a:t>
            </a:r>
            <a:r>
              <a:rPr lang="hu-HU" sz="4400" dirty="0"/>
              <a:t> – HTTP kommunikáció</a:t>
            </a:r>
            <a:br>
              <a:rPr lang="en-US" sz="4400" dirty="0"/>
            </a:br>
            <a:br>
              <a:rPr lang="hu-HU" sz="3600" dirty="0"/>
            </a:br>
            <a:br>
              <a:rPr lang="hu-HU" sz="3600" dirty="0"/>
            </a:br>
            <a:r>
              <a:rPr lang="hu-HU" sz="2400" dirty="0" err="1"/>
              <a:t>Observable</a:t>
            </a:r>
            <a:r>
              <a:rPr lang="hu-HU" sz="2400" dirty="0"/>
              <a:t>-alapú aszinkron működés · </a:t>
            </a:r>
            <a:r>
              <a:rPr lang="hu-HU" sz="2400" dirty="0" err="1"/>
              <a:t>Error</a:t>
            </a:r>
            <a:r>
              <a:rPr lang="hu-HU" sz="2400" dirty="0"/>
              <a:t> </a:t>
            </a:r>
            <a:r>
              <a:rPr lang="hu-HU" sz="2400" dirty="0" err="1"/>
              <a:t>handling</a:t>
            </a:r>
            <a:r>
              <a:rPr lang="hu-HU" sz="2400" dirty="0"/>
              <a:t> · </a:t>
            </a:r>
            <a:r>
              <a:rPr lang="hu-HU" sz="2400" dirty="0" err="1"/>
              <a:t>Interceptorok</a:t>
            </a:r>
            <a:br>
              <a:rPr lang="en-US" sz="2400" dirty="0"/>
            </a:br>
            <a:endParaRPr lang="en-US" sz="2200" dirty="0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BD0C058D-27D4-3139-E199-E2C11099B6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E94E0531-D614-3CB6-996E-FF0184A33A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8" y="6300216"/>
            <a:ext cx="11165482" cy="45719"/>
          </a:xfrm>
          <a:custGeom>
            <a:avLst/>
            <a:gdLst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5021183 w 11165482"/>
              <a:gd name="connsiteY2" fmla="*/ 0 h 45719"/>
              <a:gd name="connsiteX3" fmla="*/ 6144299 w 11165482"/>
              <a:gd name="connsiteY3" fmla="*/ 0 h 45719"/>
              <a:gd name="connsiteX4" fmla="*/ 8715708 w 11165482"/>
              <a:gd name="connsiteY4" fmla="*/ 0 h 45719"/>
              <a:gd name="connsiteX5" fmla="*/ 11165482 w 11165482"/>
              <a:gd name="connsiteY5" fmla="*/ 0 h 45719"/>
              <a:gd name="connsiteX6" fmla="*/ 11165482 w 11165482"/>
              <a:gd name="connsiteY6" fmla="*/ 45719 h 45719"/>
              <a:gd name="connsiteX7" fmla="*/ 8715708 w 11165482"/>
              <a:gd name="connsiteY7" fmla="*/ 45719 h 45719"/>
              <a:gd name="connsiteX8" fmla="*/ 6144299 w 11165482"/>
              <a:gd name="connsiteY8" fmla="*/ 45719 h 45719"/>
              <a:gd name="connsiteX9" fmla="*/ 5021183 w 11165482"/>
              <a:gd name="connsiteY9" fmla="*/ 45719 h 45719"/>
              <a:gd name="connsiteX10" fmla="*/ 3694525 w 11165482"/>
              <a:gd name="connsiteY10" fmla="*/ 45719 h 45719"/>
              <a:gd name="connsiteX11" fmla="*/ 0 w 11165482"/>
              <a:gd name="connsiteY11" fmla="*/ 45719 h 45719"/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6144299 w 11165482"/>
              <a:gd name="connsiteY2" fmla="*/ 0 h 45719"/>
              <a:gd name="connsiteX3" fmla="*/ 8715708 w 11165482"/>
              <a:gd name="connsiteY3" fmla="*/ 0 h 45719"/>
              <a:gd name="connsiteX4" fmla="*/ 11165482 w 11165482"/>
              <a:gd name="connsiteY4" fmla="*/ 0 h 45719"/>
              <a:gd name="connsiteX5" fmla="*/ 11165482 w 11165482"/>
              <a:gd name="connsiteY5" fmla="*/ 45719 h 45719"/>
              <a:gd name="connsiteX6" fmla="*/ 8715708 w 11165482"/>
              <a:gd name="connsiteY6" fmla="*/ 45719 h 45719"/>
              <a:gd name="connsiteX7" fmla="*/ 6144299 w 11165482"/>
              <a:gd name="connsiteY7" fmla="*/ 45719 h 45719"/>
              <a:gd name="connsiteX8" fmla="*/ 5021183 w 11165482"/>
              <a:gd name="connsiteY8" fmla="*/ 45719 h 45719"/>
              <a:gd name="connsiteX9" fmla="*/ 3694525 w 11165482"/>
              <a:gd name="connsiteY9" fmla="*/ 45719 h 45719"/>
              <a:gd name="connsiteX10" fmla="*/ 0 w 11165482"/>
              <a:gd name="connsiteY10" fmla="*/ 45719 h 45719"/>
              <a:gd name="connsiteX11" fmla="*/ 0 w 11165482"/>
              <a:gd name="connsiteY11" fmla="*/ 0 h 45719"/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6144299 w 11165482"/>
              <a:gd name="connsiteY2" fmla="*/ 0 h 45719"/>
              <a:gd name="connsiteX3" fmla="*/ 8715708 w 11165482"/>
              <a:gd name="connsiteY3" fmla="*/ 0 h 45719"/>
              <a:gd name="connsiteX4" fmla="*/ 11165482 w 11165482"/>
              <a:gd name="connsiteY4" fmla="*/ 0 h 45719"/>
              <a:gd name="connsiteX5" fmla="*/ 11165482 w 11165482"/>
              <a:gd name="connsiteY5" fmla="*/ 45719 h 45719"/>
              <a:gd name="connsiteX6" fmla="*/ 8715708 w 11165482"/>
              <a:gd name="connsiteY6" fmla="*/ 45719 h 45719"/>
              <a:gd name="connsiteX7" fmla="*/ 6144299 w 11165482"/>
              <a:gd name="connsiteY7" fmla="*/ 45719 h 45719"/>
              <a:gd name="connsiteX8" fmla="*/ 5021183 w 11165482"/>
              <a:gd name="connsiteY8" fmla="*/ 45719 h 45719"/>
              <a:gd name="connsiteX9" fmla="*/ 0 w 11165482"/>
              <a:gd name="connsiteY9" fmla="*/ 45719 h 45719"/>
              <a:gd name="connsiteX10" fmla="*/ 0 w 11165482"/>
              <a:gd name="connsiteY10" fmla="*/ 0 h 45719"/>
              <a:gd name="connsiteX0" fmla="*/ 0 w 11165482"/>
              <a:gd name="connsiteY0" fmla="*/ 0 h 45719"/>
              <a:gd name="connsiteX1" fmla="*/ 6144299 w 11165482"/>
              <a:gd name="connsiteY1" fmla="*/ 0 h 45719"/>
              <a:gd name="connsiteX2" fmla="*/ 8715708 w 11165482"/>
              <a:gd name="connsiteY2" fmla="*/ 0 h 45719"/>
              <a:gd name="connsiteX3" fmla="*/ 11165482 w 11165482"/>
              <a:gd name="connsiteY3" fmla="*/ 0 h 45719"/>
              <a:gd name="connsiteX4" fmla="*/ 11165482 w 11165482"/>
              <a:gd name="connsiteY4" fmla="*/ 45719 h 45719"/>
              <a:gd name="connsiteX5" fmla="*/ 8715708 w 11165482"/>
              <a:gd name="connsiteY5" fmla="*/ 45719 h 45719"/>
              <a:gd name="connsiteX6" fmla="*/ 6144299 w 11165482"/>
              <a:gd name="connsiteY6" fmla="*/ 45719 h 45719"/>
              <a:gd name="connsiteX7" fmla="*/ 5021183 w 11165482"/>
              <a:gd name="connsiteY7" fmla="*/ 45719 h 45719"/>
              <a:gd name="connsiteX8" fmla="*/ 0 w 11165482"/>
              <a:gd name="connsiteY8" fmla="*/ 45719 h 45719"/>
              <a:gd name="connsiteX9" fmla="*/ 0 w 11165482"/>
              <a:gd name="connsiteY9" fmla="*/ 0 h 45719"/>
              <a:gd name="connsiteX0" fmla="*/ 0 w 11165482"/>
              <a:gd name="connsiteY0" fmla="*/ 0 h 45719"/>
              <a:gd name="connsiteX1" fmla="*/ 6144299 w 11165482"/>
              <a:gd name="connsiteY1" fmla="*/ 0 h 45719"/>
              <a:gd name="connsiteX2" fmla="*/ 8715708 w 11165482"/>
              <a:gd name="connsiteY2" fmla="*/ 0 h 45719"/>
              <a:gd name="connsiteX3" fmla="*/ 11165482 w 11165482"/>
              <a:gd name="connsiteY3" fmla="*/ 0 h 45719"/>
              <a:gd name="connsiteX4" fmla="*/ 11165482 w 11165482"/>
              <a:gd name="connsiteY4" fmla="*/ 45719 h 45719"/>
              <a:gd name="connsiteX5" fmla="*/ 8715708 w 11165482"/>
              <a:gd name="connsiteY5" fmla="*/ 45719 h 45719"/>
              <a:gd name="connsiteX6" fmla="*/ 5021183 w 11165482"/>
              <a:gd name="connsiteY6" fmla="*/ 45719 h 45719"/>
              <a:gd name="connsiteX7" fmla="*/ 0 w 11165482"/>
              <a:gd name="connsiteY7" fmla="*/ 45719 h 45719"/>
              <a:gd name="connsiteX8" fmla="*/ 0 w 11165482"/>
              <a:gd name="connsiteY8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8715708 w 11165482"/>
              <a:gd name="connsiteY4" fmla="*/ 45719 h 45719"/>
              <a:gd name="connsiteX5" fmla="*/ 5021183 w 11165482"/>
              <a:gd name="connsiteY5" fmla="*/ 45719 h 45719"/>
              <a:gd name="connsiteX6" fmla="*/ 0 w 11165482"/>
              <a:gd name="connsiteY6" fmla="*/ 45719 h 45719"/>
              <a:gd name="connsiteX7" fmla="*/ 0 w 11165482"/>
              <a:gd name="connsiteY7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8715708 w 11165482"/>
              <a:gd name="connsiteY4" fmla="*/ 45719 h 45719"/>
              <a:gd name="connsiteX5" fmla="*/ 0 w 11165482"/>
              <a:gd name="connsiteY5" fmla="*/ 45719 h 45719"/>
              <a:gd name="connsiteX6" fmla="*/ 0 w 11165482"/>
              <a:gd name="connsiteY6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0 w 11165482"/>
              <a:gd name="connsiteY4" fmla="*/ 45719 h 45719"/>
              <a:gd name="connsiteX5" fmla="*/ 0 w 11165482"/>
              <a:gd name="connsiteY5" fmla="*/ 0 h 45719"/>
              <a:gd name="connsiteX0" fmla="*/ 0 w 11165482"/>
              <a:gd name="connsiteY0" fmla="*/ 0 h 45719"/>
              <a:gd name="connsiteX1" fmla="*/ 11165482 w 11165482"/>
              <a:gd name="connsiteY1" fmla="*/ 0 h 45719"/>
              <a:gd name="connsiteX2" fmla="*/ 11165482 w 11165482"/>
              <a:gd name="connsiteY2" fmla="*/ 45719 h 45719"/>
              <a:gd name="connsiteX3" fmla="*/ 0 w 11165482"/>
              <a:gd name="connsiteY3" fmla="*/ 45719 h 45719"/>
              <a:gd name="connsiteX4" fmla="*/ 0 w 11165482"/>
              <a:gd name="connsiteY4" fmla="*/ 0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165482" h="45719">
                <a:moveTo>
                  <a:pt x="0" y="0"/>
                </a:moveTo>
                <a:lnTo>
                  <a:pt x="11165482" y="0"/>
                </a:lnTo>
                <a:lnTo>
                  <a:pt x="11165482" y="45719"/>
                </a:lnTo>
                <a:lnTo>
                  <a:pt x="0" y="45719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15746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B0F56A-BB1E-8DA6-D6F7-07CE02A960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880537"/>
          </a:xfrm>
        </p:spPr>
        <p:txBody>
          <a:bodyPr>
            <a:normAutofit/>
          </a:bodyPr>
          <a:lstStyle/>
          <a:p>
            <a:r>
              <a:rPr lang="en-US" sz="4000" dirty="0"/>
              <a:t>Frontend ↔ Backend </a:t>
            </a:r>
            <a:r>
              <a:rPr lang="en-US" sz="4000" dirty="0" err="1"/>
              <a:t>kapcsolat</a:t>
            </a:r>
            <a:r>
              <a:rPr lang="en-US" sz="4000" dirty="0"/>
              <a:t> </a:t>
            </a:r>
            <a:r>
              <a:rPr lang="en-US" sz="4000" dirty="0" err="1"/>
              <a:t>Angularban</a:t>
            </a:r>
            <a:endParaRPr lang="en-US" sz="40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8C1F7AD-2C78-11E9-2C54-3D72B89B267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21208" y="2277705"/>
            <a:ext cx="6000680" cy="27938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Böngésző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HTTP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kérés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Angular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HttpClient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Backend API (REST)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JSON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adatcsere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Aszinkron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működés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30878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AC4B1D-3A6E-2719-5129-8D370EF236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815668"/>
          </a:xfrm>
        </p:spPr>
        <p:txBody>
          <a:bodyPr>
            <a:normAutofit/>
          </a:bodyPr>
          <a:lstStyle/>
          <a:p>
            <a:r>
              <a:rPr lang="en-US" sz="3600" dirty="0" err="1"/>
              <a:t>Miért</a:t>
            </a:r>
            <a:r>
              <a:rPr lang="en-US" sz="3600" dirty="0"/>
              <a:t> NEM a </a:t>
            </a:r>
            <a:r>
              <a:rPr lang="en-US" sz="3600" dirty="0" err="1"/>
              <a:t>komponens</a:t>
            </a:r>
            <a:r>
              <a:rPr lang="en-US" sz="3600" dirty="0"/>
              <a:t> </a:t>
            </a:r>
            <a:r>
              <a:rPr lang="en-US" sz="3600" dirty="0" err="1"/>
              <a:t>hívja</a:t>
            </a:r>
            <a:r>
              <a:rPr lang="en-US" sz="3600" dirty="0"/>
              <a:t> a </a:t>
            </a:r>
            <a:r>
              <a:rPr lang="en-US" sz="3600" dirty="0" err="1"/>
              <a:t>backendet</a:t>
            </a:r>
            <a:r>
              <a:rPr lang="en-US" sz="3600" dirty="0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4D0BA0-BCEA-B372-7CBB-0FF7767D57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160" y="1944547"/>
            <a:ext cx="11155680" cy="422476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hu-HU" sz="2000" b="1" dirty="0"/>
              <a:t>Komponens</a:t>
            </a:r>
            <a:r>
              <a:rPr lang="hu-HU" sz="2000" dirty="0"/>
              <a:t> feladata az UI logika</a:t>
            </a:r>
          </a:p>
          <a:p>
            <a:pPr>
              <a:lnSpc>
                <a:spcPct val="150000"/>
              </a:lnSpc>
            </a:pPr>
            <a:r>
              <a:rPr lang="hu-HU" sz="2000" dirty="0"/>
              <a:t>Ne legyen benne üzleti logika</a:t>
            </a:r>
          </a:p>
          <a:p>
            <a:pPr>
              <a:lnSpc>
                <a:spcPct val="150000"/>
              </a:lnSpc>
            </a:pPr>
            <a:r>
              <a:rPr lang="hu-HU" sz="2000" dirty="0"/>
              <a:t>Ne legyen benne API hívások</a:t>
            </a:r>
          </a:p>
          <a:p>
            <a:pPr marL="0" indent="0">
              <a:lnSpc>
                <a:spcPct val="100000"/>
              </a:lnSpc>
              <a:buNone/>
            </a:pPr>
            <a:endParaRPr lang="hu-HU" sz="2000" dirty="0"/>
          </a:p>
          <a:p>
            <a:pPr>
              <a:lnSpc>
                <a:spcPct val="150000"/>
              </a:lnSpc>
            </a:pPr>
            <a:r>
              <a:rPr lang="hu-HU" sz="2000" b="1" dirty="0"/>
              <a:t>Service</a:t>
            </a:r>
            <a:r>
              <a:rPr lang="hu-HU" sz="2000" dirty="0"/>
              <a:t> feladata: adat és üzleti logika, API hívások</a:t>
            </a:r>
          </a:p>
          <a:p>
            <a:pPr>
              <a:lnSpc>
                <a:spcPct val="150000"/>
              </a:lnSpc>
            </a:pPr>
            <a:r>
              <a:rPr lang="hu-HU" sz="2000" dirty="0" err="1"/>
              <a:t>Újrafelhasználható</a:t>
            </a:r>
            <a:endParaRPr lang="hu-HU" sz="2000" dirty="0"/>
          </a:p>
          <a:p>
            <a:pPr>
              <a:lnSpc>
                <a:spcPct val="150000"/>
              </a:lnSpc>
            </a:pPr>
            <a:r>
              <a:rPr lang="hu-HU" sz="2000" dirty="0"/>
              <a:t>Tesztelhető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7698440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8068D2-C5E7-BBCC-770F-7D6D223BDD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873541"/>
          </a:xfrm>
        </p:spPr>
        <p:txBody>
          <a:bodyPr>
            <a:normAutofit/>
          </a:bodyPr>
          <a:lstStyle/>
          <a:p>
            <a:r>
              <a:rPr lang="en-US" sz="4000" dirty="0" err="1"/>
              <a:t>HttpClient</a:t>
            </a:r>
            <a:r>
              <a:rPr lang="en-US" sz="4000" dirty="0"/>
              <a:t> </a:t>
            </a:r>
            <a:r>
              <a:rPr lang="en-US" sz="4000" dirty="0" err="1"/>
              <a:t>szerepe</a:t>
            </a:r>
            <a:endParaRPr lang="en-US" sz="40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EF27714-DC22-91C0-7B91-F2D5D043388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21208" y="2398327"/>
            <a:ext cx="6007422" cy="22398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Angular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beépített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HTTP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kliens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REST API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hívások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JSON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automatikus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feldolgozás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Observable-t ad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vissza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03237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C2F522-E70A-23E5-B286-4A6CFD5109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931415"/>
          </a:xfrm>
        </p:spPr>
        <p:txBody>
          <a:bodyPr>
            <a:normAutofit/>
          </a:bodyPr>
          <a:lstStyle/>
          <a:p>
            <a:r>
              <a:rPr lang="en-US" sz="4000" dirty="0"/>
              <a:t>Mit </a:t>
            </a:r>
            <a:r>
              <a:rPr lang="en-US" sz="4000" dirty="0" err="1"/>
              <a:t>jelent</a:t>
            </a:r>
            <a:r>
              <a:rPr lang="en-US" sz="4000" dirty="0"/>
              <a:t> </a:t>
            </a:r>
            <a:r>
              <a:rPr lang="en-US" sz="4000" dirty="0" err="1"/>
              <a:t>az</a:t>
            </a:r>
            <a:r>
              <a:rPr lang="en-US" sz="4000" dirty="0"/>
              <a:t>, </a:t>
            </a:r>
            <a:r>
              <a:rPr lang="en-US" sz="4000" dirty="0" err="1"/>
              <a:t>hogy</a:t>
            </a:r>
            <a:r>
              <a:rPr lang="en-US" sz="4000" dirty="0"/>
              <a:t> </a:t>
            </a:r>
            <a:r>
              <a:rPr lang="en-US" sz="4000" dirty="0" err="1"/>
              <a:t>aszinkron</a:t>
            </a:r>
            <a:r>
              <a:rPr lang="en-US" sz="4000" dirty="0"/>
              <a:t>?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FC79031-B9A4-EECD-FB56-FFE2E2E68FF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21208" y="2394592"/>
            <a:ext cx="6689820" cy="22398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HTTP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kérés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elindul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Angular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nem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vár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Kód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tovább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fut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Válasz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később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érkezik</a:t>
            </a:r>
            <a:endParaRPr kumimoji="0" lang="hu-HU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41140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B1A148-B88A-2C5B-496D-F94DF85B51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804093"/>
          </a:xfrm>
        </p:spPr>
        <p:txBody>
          <a:bodyPr>
            <a:normAutofit/>
          </a:bodyPr>
          <a:lstStyle/>
          <a:p>
            <a:r>
              <a:rPr lang="en-US" sz="4000" dirty="0"/>
              <a:t>Observable </a:t>
            </a:r>
            <a:r>
              <a:rPr lang="en-US" sz="4000" dirty="0" err="1"/>
              <a:t>alapgondolat</a:t>
            </a:r>
            <a:endParaRPr lang="en-US" sz="40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468659D-B03C-3605-EE6A-746991B5D32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21208" y="2283715"/>
            <a:ext cx="6018488" cy="27938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Időben</a:t>
            </a:r>
            <a:r>
              <a:rPr kumimoji="0" lang="hu-HU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egymás után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érkező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adatok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Feliratkozás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hu-HU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az adatfolyamra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Több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értéket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is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küldhet</a:t>
            </a:r>
            <a:endParaRPr kumimoji="0" lang="hu-HU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hu-HU" altLang="en-US" sz="2400" dirty="0">
                <a:latin typeface="Arial" panose="020B0604020202020204" pitchFamily="34" charset="0"/>
              </a:rPr>
              <a:t> Aszinkron működés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Leiratkozás</a:t>
            </a:r>
            <a:r>
              <a:rPr kumimoji="0" lang="hu-HU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az adatfolyamról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53834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064479-5E23-2BDA-869A-3BA46C7386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861967"/>
          </a:xfrm>
        </p:spPr>
        <p:txBody>
          <a:bodyPr>
            <a:normAutofit/>
          </a:bodyPr>
          <a:lstStyle/>
          <a:p>
            <a:r>
              <a:rPr lang="en-US" sz="4000" dirty="0"/>
              <a:t>HTTP + Observable </a:t>
            </a:r>
            <a:r>
              <a:rPr lang="en-US" sz="4000" dirty="0" err="1"/>
              <a:t>együtt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F211B2-3E12-0777-9D50-9272AC920F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6977" y="2318937"/>
            <a:ext cx="5189134" cy="3313935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000" dirty="0"/>
              <a:t>HTTP </a:t>
            </a:r>
            <a:r>
              <a:rPr lang="en-US" sz="2000" dirty="0" err="1"/>
              <a:t>kérés</a:t>
            </a:r>
            <a:r>
              <a:rPr lang="en-US" sz="2000" dirty="0"/>
              <a:t> </a:t>
            </a:r>
            <a:r>
              <a:rPr lang="en-US" sz="2000" dirty="0" err="1"/>
              <a:t>csak</a:t>
            </a:r>
            <a:r>
              <a:rPr lang="en-US" sz="2000" dirty="0"/>
              <a:t> subscribe-</a:t>
            </a:r>
            <a:r>
              <a:rPr lang="en-US" sz="2000" dirty="0" err="1"/>
              <a:t>nál</a:t>
            </a:r>
            <a:r>
              <a:rPr lang="en-US" sz="2000" dirty="0"/>
              <a:t> </a:t>
            </a:r>
            <a:r>
              <a:rPr lang="en-US" sz="2000" dirty="0" err="1"/>
              <a:t>indul</a:t>
            </a:r>
            <a:endParaRPr lang="en-US" sz="2000" dirty="0"/>
          </a:p>
          <a:p>
            <a:pPr>
              <a:lnSpc>
                <a:spcPct val="150000"/>
              </a:lnSpc>
            </a:pPr>
            <a:r>
              <a:rPr lang="en-US" sz="2000" b="1" dirty="0"/>
              <a:t>next</a:t>
            </a:r>
            <a:r>
              <a:rPr lang="en-US" sz="2000" dirty="0"/>
              <a:t> → </a:t>
            </a:r>
            <a:r>
              <a:rPr lang="en-US" sz="2000" dirty="0" err="1"/>
              <a:t>adat</a:t>
            </a:r>
            <a:r>
              <a:rPr lang="en-US" sz="2000" dirty="0"/>
              <a:t> </a:t>
            </a:r>
            <a:r>
              <a:rPr lang="en-US" sz="2000" dirty="0" err="1"/>
              <a:t>érkezik</a:t>
            </a:r>
            <a:endParaRPr lang="en-US" sz="2000" dirty="0"/>
          </a:p>
          <a:p>
            <a:pPr>
              <a:lnSpc>
                <a:spcPct val="150000"/>
              </a:lnSpc>
            </a:pPr>
            <a:r>
              <a:rPr lang="en-US" sz="2000" b="1" dirty="0"/>
              <a:t>error</a:t>
            </a:r>
            <a:r>
              <a:rPr lang="en-US" sz="2000" dirty="0"/>
              <a:t> → </a:t>
            </a:r>
            <a:r>
              <a:rPr lang="en-US" sz="2000" dirty="0" err="1"/>
              <a:t>hiba</a:t>
            </a:r>
            <a:r>
              <a:rPr lang="en-US" sz="2000" dirty="0"/>
              <a:t> </a:t>
            </a:r>
            <a:r>
              <a:rPr lang="en-US" sz="2000" dirty="0" err="1"/>
              <a:t>történt</a:t>
            </a:r>
            <a:endParaRPr lang="en-US" sz="2000" dirty="0"/>
          </a:p>
          <a:p>
            <a:pPr>
              <a:lnSpc>
                <a:spcPct val="150000"/>
              </a:lnSpc>
            </a:pPr>
            <a:r>
              <a:rPr lang="en-US" sz="2000" b="1" dirty="0"/>
              <a:t>complete</a:t>
            </a:r>
            <a:r>
              <a:rPr lang="en-US" sz="2000" dirty="0"/>
              <a:t> → </a:t>
            </a:r>
            <a:r>
              <a:rPr lang="en-US" sz="2000" dirty="0" err="1"/>
              <a:t>adatfolyam</a:t>
            </a:r>
            <a:r>
              <a:rPr lang="en-US" sz="2000" dirty="0"/>
              <a:t> </a:t>
            </a:r>
            <a:r>
              <a:rPr lang="en-US" sz="2000" dirty="0" err="1"/>
              <a:t>lezárult</a:t>
            </a:r>
            <a:endParaRPr lang="en-US" sz="2000" dirty="0"/>
          </a:p>
          <a:p>
            <a:pPr>
              <a:lnSpc>
                <a:spcPct val="150000"/>
              </a:lnSpc>
            </a:pPr>
            <a:r>
              <a:rPr lang="en-US" sz="2000" dirty="0"/>
              <a:t>Observable = </a:t>
            </a:r>
            <a:r>
              <a:rPr lang="en-US" sz="2000" b="1" dirty="0"/>
              <a:t>lazy</a:t>
            </a:r>
            <a:endParaRPr lang="en-US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1E6DE9C-9E67-ACF4-84BB-E86A070DF9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07" y="2318937"/>
            <a:ext cx="5189134" cy="2577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2024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680C5F-2519-67AA-3FAD-A7C47A005E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873541"/>
          </a:xfrm>
        </p:spPr>
        <p:txBody>
          <a:bodyPr>
            <a:normAutofit/>
          </a:bodyPr>
          <a:lstStyle/>
          <a:p>
            <a:r>
              <a:rPr lang="hu-HU" sz="4000" dirty="0"/>
              <a:t>Hibakezelés</a:t>
            </a:r>
            <a:r>
              <a:rPr lang="en-US" sz="4000" dirty="0"/>
              <a:t> </a:t>
            </a:r>
            <a:r>
              <a:rPr lang="hu-HU" sz="4000" dirty="0"/>
              <a:t>az </a:t>
            </a:r>
            <a:r>
              <a:rPr lang="en-US" sz="4000" dirty="0" err="1"/>
              <a:t>Angularban</a:t>
            </a:r>
            <a:endParaRPr lang="en-US" sz="40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26C2B76-8F60-E40D-D16F-D48B056AF64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21208" y="2309078"/>
            <a:ext cx="5574792" cy="22398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HTTP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hibák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kezelése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Backend error vs </a:t>
            </a:r>
            <a:r>
              <a:rPr kumimoji="0" lang="hu-HU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network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error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Service-ben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kezeljük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Komponens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csak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reagál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52958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9424B-D742-644D-DF68-932557636B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873541"/>
          </a:xfrm>
        </p:spPr>
        <p:txBody>
          <a:bodyPr>
            <a:normAutofit/>
          </a:bodyPr>
          <a:lstStyle/>
          <a:p>
            <a:r>
              <a:rPr lang="en-US" sz="4000" dirty="0"/>
              <a:t>Interceptor </a:t>
            </a:r>
            <a:r>
              <a:rPr lang="en-US" sz="4000" dirty="0" err="1"/>
              <a:t>fogalma</a:t>
            </a:r>
            <a:endParaRPr lang="en-US" sz="40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BE295ED-4140-71AB-AB73-5523AB33029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21208" y="2043058"/>
            <a:ext cx="9421445" cy="33478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hu-HU" sz="2400" dirty="0"/>
              <a:t>Az </a:t>
            </a:r>
            <a:r>
              <a:rPr lang="hu-HU" sz="2400" dirty="0" err="1"/>
              <a:t>interceptor</a:t>
            </a:r>
            <a:r>
              <a:rPr lang="hu-HU" sz="2400" dirty="0"/>
              <a:t> olyan, mint egy </a:t>
            </a:r>
            <a:r>
              <a:rPr lang="hu-HU" sz="2400" b="1" dirty="0"/>
              <a:t>szűrő</a:t>
            </a:r>
            <a:r>
              <a:rPr lang="hu-HU" sz="2400" dirty="0"/>
              <a:t> a HTTP forgalomban</a:t>
            </a:r>
            <a:endParaRPr kumimoji="0" lang="hu-HU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HTTP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kérés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elé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/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után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lép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be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Automatikus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header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hozzáadás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Auth token</a:t>
            </a:r>
            <a:r>
              <a:rPr kumimoji="0" lang="hu-HU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hozzáadása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Logging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Globális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error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kezelés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06624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9254EF-6F26-FC8E-29A1-836D7117B2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885116"/>
          </a:xfrm>
        </p:spPr>
        <p:txBody>
          <a:bodyPr>
            <a:normAutofit/>
          </a:bodyPr>
          <a:lstStyle/>
          <a:p>
            <a:r>
              <a:rPr lang="en-US" sz="4000" dirty="0"/>
              <a:t>HTTP </a:t>
            </a:r>
            <a:r>
              <a:rPr lang="en-US" sz="4000" dirty="0" err="1"/>
              <a:t>kommunikáció</a:t>
            </a:r>
            <a:r>
              <a:rPr lang="en-US" sz="4000" dirty="0"/>
              <a:t> </a:t>
            </a:r>
            <a:r>
              <a:rPr lang="en-US" sz="4000" dirty="0" err="1"/>
              <a:t>teljes</a:t>
            </a:r>
            <a:r>
              <a:rPr lang="en-US" sz="4000" dirty="0"/>
              <a:t> </a:t>
            </a:r>
            <a:r>
              <a:rPr lang="en-US" sz="4000" dirty="0" err="1"/>
              <a:t>képe</a:t>
            </a:r>
            <a:endParaRPr lang="en-US" sz="4000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68602435-3DD2-8BC8-E016-722B1D90E2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4596" y="1782501"/>
            <a:ext cx="5202782" cy="26529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3" name="Picture 5" descr="Angular 6 REST API Example - Angular 5 REST API Example Angular 4 REST API Example - Angular 6 Consume REST API">
            <a:extLst>
              <a:ext uri="{FF2B5EF4-FFF2-40B4-BE49-F238E27FC236}">
                <a16:creationId xmlns:a16="http://schemas.microsoft.com/office/drawing/2014/main" id="{B2EB9349-D2C2-E268-E41F-43085175ED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4622" y="2632035"/>
            <a:ext cx="6094051" cy="33776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3">
            <a:extLst>
              <a:ext uri="{FF2B5EF4-FFF2-40B4-BE49-F238E27FC236}">
                <a16:creationId xmlns:a16="http://schemas.microsoft.com/office/drawing/2014/main" id="{0839BD53-2E59-7635-695A-D061FF0A953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279212" y="4633851"/>
            <a:ext cx="4397676" cy="17030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Komponens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Service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Service →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HttpClient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Interceptor → Backend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Válasz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Observable →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Komponens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56764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532E2D-F677-B187-DD35-131D6E3E63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012438"/>
          </a:xfrm>
        </p:spPr>
        <p:txBody>
          <a:bodyPr>
            <a:normAutofit/>
          </a:bodyPr>
          <a:lstStyle/>
          <a:p>
            <a:r>
              <a:rPr lang="en-US" sz="4000" dirty="0" err="1"/>
              <a:t>Összefoglalás</a:t>
            </a:r>
            <a:endParaRPr lang="en-US" sz="40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1414A43-85B5-EAD4-E99C-2FB2A51C792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21208" y="2201508"/>
            <a:ext cx="6551432" cy="27938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hu-HU" altLang="en-US" sz="2400" dirty="0">
                <a:latin typeface="Arial" panose="020B0604020202020204" pitchFamily="34" charset="0"/>
              </a:rPr>
              <a:t> </a:t>
            </a:r>
            <a:r>
              <a:rPr lang="en-US" altLang="en-US" sz="2400" b="1" dirty="0" err="1">
                <a:latin typeface="Arial" panose="020B0604020202020204" pitchFamily="34" charset="0"/>
              </a:rPr>
              <a:t>Komponens</a:t>
            </a:r>
            <a:r>
              <a:rPr lang="en-US" altLang="en-US" sz="2400" dirty="0">
                <a:latin typeface="Arial" panose="020B0604020202020204" pitchFamily="34" charset="0"/>
              </a:rPr>
              <a:t> = UI </a:t>
            </a:r>
            <a:r>
              <a:rPr lang="hu-HU" altLang="en-US" sz="2400" dirty="0">
                <a:latin typeface="Arial" panose="020B0604020202020204" pitchFamily="34" charset="0"/>
              </a:rPr>
              <a:t>kezelés</a:t>
            </a:r>
            <a:endParaRPr kumimoji="0" lang="hu-HU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Service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=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adat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és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logika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HttpClient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= backend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kommunikáció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Observable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=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aszinkron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adatfolyam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Interceptor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=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globális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szabályok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7921055"/>
      </p:ext>
    </p:extLst>
  </p:cSld>
  <p:clrMapOvr>
    <a:masterClrMapping/>
  </p:clrMapOvr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1290</TotalTime>
  <Words>1504</Words>
  <Application>Microsoft Office PowerPoint</Application>
  <PresentationFormat>Widescreen</PresentationFormat>
  <Paragraphs>166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Arial</vt:lpstr>
      <vt:lpstr>Bierstadt</vt:lpstr>
      <vt:lpstr>GestaltVTI</vt:lpstr>
      <vt:lpstr>Angular – HTTP kommunikáció   Observable-alapú aszinkron működés · Error handling · Interceptorok </vt:lpstr>
      <vt:lpstr>Frontend ↔ Backend kapcsolat Angularban</vt:lpstr>
      <vt:lpstr>Miért NEM a komponens hívja a backendet?</vt:lpstr>
      <vt:lpstr>HttpClient szerepe</vt:lpstr>
      <vt:lpstr>Mit jelent az, hogy aszinkron?</vt:lpstr>
      <vt:lpstr>Observable alapgondolat</vt:lpstr>
      <vt:lpstr>HTTP + Observable együtt</vt:lpstr>
      <vt:lpstr>Hibakezelés az Angularban</vt:lpstr>
      <vt:lpstr>Interceptor fogalma</vt:lpstr>
      <vt:lpstr>HTTP kommunikáció teljes képe</vt:lpstr>
      <vt:lpstr>Összefoglalás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Zoltan Balogh</dc:creator>
  <cp:lastModifiedBy>Zoltan Balogh</cp:lastModifiedBy>
  <cp:revision>92</cp:revision>
  <dcterms:created xsi:type="dcterms:W3CDTF">2025-11-30T15:45:28Z</dcterms:created>
  <dcterms:modified xsi:type="dcterms:W3CDTF">2026-04-11T16:40:37Z</dcterms:modified>
</cp:coreProperties>
</file>